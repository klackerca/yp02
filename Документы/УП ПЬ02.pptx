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1" r:id="rId3"/>
    <p:sldId id="260" r:id="rId4"/>
    <p:sldId id="277" r:id="rId5"/>
    <p:sldId id="278" r:id="rId6"/>
    <p:sldId id="279" r:id="rId7"/>
    <p:sldId id="281" r:id="rId8"/>
    <p:sldId id="282" r:id="rId9"/>
    <p:sldId id="283" r:id="rId10"/>
    <p:sldId id="273" r:id="rId11"/>
    <p:sldId id="280" r:id="rId12"/>
  </p:sldIdLst>
  <p:sldSz cx="9144000" cy="5143500" type="screen16x9"/>
  <p:notesSz cx="6858000" cy="9144000"/>
  <p:embeddedFontLst>
    <p:embeddedFont>
      <p:font typeface="Anaheim" panose="020B0604020202020204" charset="0"/>
      <p:regular r:id="rId15"/>
    </p:embeddedFont>
    <p:embeddedFont>
      <p:font typeface="Arimo" panose="020B0604020202020204" charset="0"/>
      <p:regular r:id="rId16"/>
      <p:bold r:id="rId17"/>
      <p:italic r:id="rId18"/>
      <p:boldItalic r:id="rId19"/>
    </p:embeddedFont>
    <p:embeddedFont>
      <p:font typeface="Bebas Neue" panose="020B060402020202020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Poppins ExtraBold" panose="00000900000000000000" pitchFamily="2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4" roundtripDataSignature="AMtx7mjklaCVvtpHUWSNd0ixSQ+jquZ75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F11F541-A4B2-ED5A-A1BB-492D0D4F4E6A}" name="Carmen Ocaña Ordóñez" initials="COO" userId="S::cocana@freepikco.onmicrosoft.com::8797eea9-71d2-4559-9885-17450e4007ad" providerId="AD"/>
  <p188:author id="{07DF5676-9B57-8A99-AB6D-A504E5026BD2}" name="cportales@INTRANET.FREEPIKCOMPANY.COM" initials="c" userId="S-1-5-21-179105700-2695781124-4246538168-24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B4A4"/>
    <a:srgbClr val="A7B3B2"/>
    <a:srgbClr val="4C6A78"/>
    <a:srgbClr val="1C343C"/>
    <a:srgbClr val="F0EB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DF7B9C-EBDF-46A0-83E7-B09A4955A7FC}">
  <a:tblStyle styleId="{A6DF7B9C-EBDF-46A0-83E7-B09A4955A7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7" autoAdjust="0"/>
    <p:restoredTop sz="96357" autoAdjust="0"/>
  </p:normalViewPr>
  <p:slideViewPr>
    <p:cSldViewPr snapToGrid="0">
      <p:cViewPr>
        <p:scale>
          <a:sx n="125" d="100"/>
          <a:sy n="125" d="100"/>
        </p:scale>
        <p:origin x="1176" y="354"/>
      </p:cViewPr>
      <p:guideLst/>
    </p:cSldViewPr>
  </p:slideViewPr>
  <p:outlineViewPr>
    <p:cViewPr>
      <p:scale>
        <a:sx n="33" d="100"/>
        <a:sy n="33" d="100"/>
      </p:scale>
      <p:origin x="0" y="-249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6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64" Type="http://customschemas.google.com/relationships/presentationmetadata" Target="metadata"/><Relationship Id="rId69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9A47F7-AB59-010F-0AE0-F0A6996F06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A8EDDB-94C4-4DEE-344C-BA4DAA4DBC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669EE-84A5-4202-8F96-4EDD14B1D69C}" type="datetimeFigureOut">
              <a:rPr lang="es-ES" smtClean="0"/>
              <a:t>20/03/2026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79D3D-0736-0D65-BF41-79FC5E8026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81272-2883-7B3A-EB06-921012988B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F1383-626C-4313-8C37-6559D5338B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63767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4948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143000" y="1264595"/>
            <a:ext cx="6858000" cy="207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sz="6600" b="1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143000" y="3412063"/>
            <a:ext cx="6858000" cy="35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tx1"/>
                </a:solidFill>
                <a:latin typeface="Arimo" panose="020B0604020202020204" pitchFamily="34" charset="0"/>
                <a:ea typeface="Arimo" panose="020B0604020202020204" pitchFamily="34" charset="0"/>
                <a:cs typeface="Arimo" panose="020B0604020202020204" pitchFamily="34" charset="0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grpSp>
        <p:nvGrpSpPr>
          <p:cNvPr id="725" name="Grupo 724">
            <a:extLst>
              <a:ext uri="{FF2B5EF4-FFF2-40B4-BE49-F238E27FC236}">
                <a16:creationId xmlns:a16="http://schemas.microsoft.com/office/drawing/2014/main" id="{C3690CF7-0AB7-CEE5-1526-CC6C62F51E11}"/>
              </a:ext>
            </a:extLst>
          </p:cNvPr>
          <p:cNvGrpSpPr/>
          <p:nvPr userDrawn="1"/>
        </p:nvGrpSpPr>
        <p:grpSpPr>
          <a:xfrm>
            <a:off x="-450421" y="-383843"/>
            <a:ext cx="1507863" cy="1510278"/>
            <a:chOff x="39184" y="-151930"/>
            <a:chExt cx="1309806" cy="1311904"/>
          </a:xfrm>
        </p:grpSpPr>
        <p:sp>
          <p:nvSpPr>
            <p:cNvPr id="267" name="Oval 357">
              <a:extLst>
                <a:ext uri="{FF2B5EF4-FFF2-40B4-BE49-F238E27FC236}">
                  <a16:creationId xmlns:a16="http://schemas.microsoft.com/office/drawing/2014/main" id="{8D9F469D-B08A-4D84-830B-9EC7E7F8E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8" name="Freeform 358">
              <a:extLst>
                <a:ext uri="{FF2B5EF4-FFF2-40B4-BE49-F238E27FC236}">
                  <a16:creationId xmlns:a16="http://schemas.microsoft.com/office/drawing/2014/main" id="{13CEA5A5-2357-D68F-94E1-DF0B55C70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9" name="Freeform 359">
              <a:extLst>
                <a:ext uri="{FF2B5EF4-FFF2-40B4-BE49-F238E27FC236}">
                  <a16:creationId xmlns:a16="http://schemas.microsoft.com/office/drawing/2014/main" id="{07CF7994-FE6A-48AE-0756-8987A4FAF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0" name="Freeform 360">
              <a:extLst>
                <a:ext uri="{FF2B5EF4-FFF2-40B4-BE49-F238E27FC236}">
                  <a16:creationId xmlns:a16="http://schemas.microsoft.com/office/drawing/2014/main" id="{F5ACD910-D4C1-EDDB-D4C5-291AFD3B2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1" name="Freeform 361">
              <a:extLst>
                <a:ext uri="{FF2B5EF4-FFF2-40B4-BE49-F238E27FC236}">
                  <a16:creationId xmlns:a16="http://schemas.microsoft.com/office/drawing/2014/main" id="{53F0FBD3-2371-F32A-49EC-D0567A7DC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2" name="Freeform 362">
              <a:extLst>
                <a:ext uri="{FF2B5EF4-FFF2-40B4-BE49-F238E27FC236}">
                  <a16:creationId xmlns:a16="http://schemas.microsoft.com/office/drawing/2014/main" id="{2EFE3795-1CE3-53EF-092E-6714563C7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3" name="Freeform 363">
              <a:extLst>
                <a:ext uri="{FF2B5EF4-FFF2-40B4-BE49-F238E27FC236}">
                  <a16:creationId xmlns:a16="http://schemas.microsoft.com/office/drawing/2014/main" id="{3D9CE8EF-A482-AB8F-CAF5-2A8909A76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4" name="Freeform 364">
              <a:extLst>
                <a:ext uri="{FF2B5EF4-FFF2-40B4-BE49-F238E27FC236}">
                  <a16:creationId xmlns:a16="http://schemas.microsoft.com/office/drawing/2014/main" id="{1BAFFDEE-FC7F-945B-D3B8-A31788595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5" name="Freeform 365">
              <a:extLst>
                <a:ext uri="{FF2B5EF4-FFF2-40B4-BE49-F238E27FC236}">
                  <a16:creationId xmlns:a16="http://schemas.microsoft.com/office/drawing/2014/main" id="{F3FB3DB8-171B-FB86-EF85-48C8A8988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7" name="Freeform 377">
              <a:extLst>
                <a:ext uri="{FF2B5EF4-FFF2-40B4-BE49-F238E27FC236}">
                  <a16:creationId xmlns:a16="http://schemas.microsoft.com/office/drawing/2014/main" id="{CC072E61-5A4C-2F51-E9F9-FC6AB5C93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8" name="Freeform 378">
              <a:extLst>
                <a:ext uri="{FF2B5EF4-FFF2-40B4-BE49-F238E27FC236}">
                  <a16:creationId xmlns:a16="http://schemas.microsoft.com/office/drawing/2014/main" id="{95E6BC66-6AFC-F3D1-F83D-6355C60B8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9" name="Oval 379">
              <a:extLst>
                <a:ext uri="{FF2B5EF4-FFF2-40B4-BE49-F238E27FC236}">
                  <a16:creationId xmlns:a16="http://schemas.microsoft.com/office/drawing/2014/main" id="{CAE85FA6-1943-6F74-7337-C83CBCF79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0" name="Oval 380">
              <a:extLst>
                <a:ext uri="{FF2B5EF4-FFF2-40B4-BE49-F238E27FC236}">
                  <a16:creationId xmlns:a16="http://schemas.microsoft.com/office/drawing/2014/main" id="{3EBE61E8-12DB-EE89-CFBA-76644ADB0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1" name="Freeform 381">
              <a:extLst>
                <a:ext uri="{FF2B5EF4-FFF2-40B4-BE49-F238E27FC236}">
                  <a16:creationId xmlns:a16="http://schemas.microsoft.com/office/drawing/2014/main" id="{A9890DA5-DE12-8414-6B5A-E515B28EA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2" name="Freeform 382">
              <a:extLst>
                <a:ext uri="{FF2B5EF4-FFF2-40B4-BE49-F238E27FC236}">
                  <a16:creationId xmlns:a16="http://schemas.microsoft.com/office/drawing/2014/main" id="{1E998832-D69D-7559-F5C7-31E2263F5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3" name="Freeform 383">
              <a:extLst>
                <a:ext uri="{FF2B5EF4-FFF2-40B4-BE49-F238E27FC236}">
                  <a16:creationId xmlns:a16="http://schemas.microsoft.com/office/drawing/2014/main" id="{861CFE8A-3614-EBEB-4591-0D1D1AD38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4" name="Freeform 384">
              <a:extLst>
                <a:ext uri="{FF2B5EF4-FFF2-40B4-BE49-F238E27FC236}">
                  <a16:creationId xmlns:a16="http://schemas.microsoft.com/office/drawing/2014/main" id="{5E9DA820-1FA5-41B7-2DF0-D1EF965C0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5" name="Freeform 385">
              <a:extLst>
                <a:ext uri="{FF2B5EF4-FFF2-40B4-BE49-F238E27FC236}">
                  <a16:creationId xmlns:a16="http://schemas.microsoft.com/office/drawing/2014/main" id="{F2B0276D-98C4-6ECD-5731-4745E4310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7" name="Freeform 397">
              <a:extLst>
                <a:ext uri="{FF2B5EF4-FFF2-40B4-BE49-F238E27FC236}">
                  <a16:creationId xmlns:a16="http://schemas.microsoft.com/office/drawing/2014/main" id="{0E900F22-A5FC-CA42-0790-5DAB950D1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8" name="Freeform 398">
              <a:extLst>
                <a:ext uri="{FF2B5EF4-FFF2-40B4-BE49-F238E27FC236}">
                  <a16:creationId xmlns:a16="http://schemas.microsoft.com/office/drawing/2014/main" id="{4EDEC237-B650-F81A-98A8-8813A6A9D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9" name="Oval 399">
              <a:extLst>
                <a:ext uri="{FF2B5EF4-FFF2-40B4-BE49-F238E27FC236}">
                  <a16:creationId xmlns:a16="http://schemas.microsoft.com/office/drawing/2014/main" id="{AE1142D4-8358-5D73-132F-29B2DD162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0" name="Oval 400">
              <a:extLst>
                <a:ext uri="{FF2B5EF4-FFF2-40B4-BE49-F238E27FC236}">
                  <a16:creationId xmlns:a16="http://schemas.microsoft.com/office/drawing/2014/main" id="{066F819F-D800-5738-8A75-54B2FB162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1" name="Freeform 401">
              <a:extLst>
                <a:ext uri="{FF2B5EF4-FFF2-40B4-BE49-F238E27FC236}">
                  <a16:creationId xmlns:a16="http://schemas.microsoft.com/office/drawing/2014/main" id="{C1D769B2-4E73-C253-1DE0-202F8A23B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2" name="Freeform 402">
              <a:extLst>
                <a:ext uri="{FF2B5EF4-FFF2-40B4-BE49-F238E27FC236}">
                  <a16:creationId xmlns:a16="http://schemas.microsoft.com/office/drawing/2014/main" id="{68B105EC-B623-D2BD-83A0-D1C536B08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3" name="Freeform 403">
              <a:extLst>
                <a:ext uri="{FF2B5EF4-FFF2-40B4-BE49-F238E27FC236}">
                  <a16:creationId xmlns:a16="http://schemas.microsoft.com/office/drawing/2014/main" id="{264DBE71-CC28-1C8D-D4BF-8B82864E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4" name="Freeform 404">
              <a:extLst>
                <a:ext uri="{FF2B5EF4-FFF2-40B4-BE49-F238E27FC236}">
                  <a16:creationId xmlns:a16="http://schemas.microsoft.com/office/drawing/2014/main" id="{CB80133A-A09F-7968-94D6-EC5F489EC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5" name="Freeform 405">
              <a:extLst>
                <a:ext uri="{FF2B5EF4-FFF2-40B4-BE49-F238E27FC236}">
                  <a16:creationId xmlns:a16="http://schemas.microsoft.com/office/drawing/2014/main" id="{CE9344E0-9A17-B2A2-FD49-B47C08A81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9" name="Freeform 418">
              <a:extLst>
                <a:ext uri="{FF2B5EF4-FFF2-40B4-BE49-F238E27FC236}">
                  <a16:creationId xmlns:a16="http://schemas.microsoft.com/office/drawing/2014/main" id="{8A7C6264-990A-6EE6-B4D0-622F84D1F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0" name="Freeform 419">
              <a:extLst>
                <a:ext uri="{FF2B5EF4-FFF2-40B4-BE49-F238E27FC236}">
                  <a16:creationId xmlns:a16="http://schemas.microsoft.com/office/drawing/2014/main" id="{418DA73E-CCC9-81DF-AFCC-E82CDDF88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1" name="Freeform 420">
              <a:extLst>
                <a:ext uri="{FF2B5EF4-FFF2-40B4-BE49-F238E27FC236}">
                  <a16:creationId xmlns:a16="http://schemas.microsoft.com/office/drawing/2014/main" id="{C2225B1F-AB03-709F-A7D9-693B59319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2" name="Freeform 421">
              <a:extLst>
                <a:ext uri="{FF2B5EF4-FFF2-40B4-BE49-F238E27FC236}">
                  <a16:creationId xmlns:a16="http://schemas.microsoft.com/office/drawing/2014/main" id="{AFE30962-60C9-C2B6-A24A-EE0E75689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3" name="Freeform 422">
              <a:extLst>
                <a:ext uri="{FF2B5EF4-FFF2-40B4-BE49-F238E27FC236}">
                  <a16:creationId xmlns:a16="http://schemas.microsoft.com/office/drawing/2014/main" id="{8EA24EFB-EDBD-DBDE-3690-ADF893337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4" name="Oval 423">
              <a:extLst>
                <a:ext uri="{FF2B5EF4-FFF2-40B4-BE49-F238E27FC236}">
                  <a16:creationId xmlns:a16="http://schemas.microsoft.com/office/drawing/2014/main" id="{F4DFD1B6-1812-1866-8E2F-33A7D8BA2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5" name="Freeform 424">
              <a:extLst>
                <a:ext uri="{FF2B5EF4-FFF2-40B4-BE49-F238E27FC236}">
                  <a16:creationId xmlns:a16="http://schemas.microsoft.com/office/drawing/2014/main" id="{CEACA76A-48A2-C4C7-ED6D-7D11BC4E9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6" name="Freeform 425">
              <a:extLst>
                <a:ext uri="{FF2B5EF4-FFF2-40B4-BE49-F238E27FC236}">
                  <a16:creationId xmlns:a16="http://schemas.microsoft.com/office/drawing/2014/main" id="{CDDB6D0C-405F-7802-C5FB-84B9FC366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7" name="Freeform 426">
              <a:extLst>
                <a:ext uri="{FF2B5EF4-FFF2-40B4-BE49-F238E27FC236}">
                  <a16:creationId xmlns:a16="http://schemas.microsoft.com/office/drawing/2014/main" id="{95BB68F8-46CA-6888-0D66-59C9CE963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9" name="Freeform 438">
              <a:extLst>
                <a:ext uri="{FF2B5EF4-FFF2-40B4-BE49-F238E27FC236}">
                  <a16:creationId xmlns:a16="http://schemas.microsoft.com/office/drawing/2014/main" id="{7C832C34-2147-E173-EB8D-A35BB954B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0" name="Freeform 439">
              <a:extLst>
                <a:ext uri="{FF2B5EF4-FFF2-40B4-BE49-F238E27FC236}">
                  <a16:creationId xmlns:a16="http://schemas.microsoft.com/office/drawing/2014/main" id="{B9E3D0F4-23E5-00C7-F12E-98BBD21E9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1" name="Freeform 440">
              <a:extLst>
                <a:ext uri="{FF2B5EF4-FFF2-40B4-BE49-F238E27FC236}">
                  <a16:creationId xmlns:a16="http://schemas.microsoft.com/office/drawing/2014/main" id="{6C583BC2-7AF1-9CBE-37E4-E4A4C6311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2" name="Freeform 441">
              <a:extLst>
                <a:ext uri="{FF2B5EF4-FFF2-40B4-BE49-F238E27FC236}">
                  <a16:creationId xmlns:a16="http://schemas.microsoft.com/office/drawing/2014/main" id="{DB7B734E-44EB-B391-676C-D7AAC30BF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3" name="Freeform 442">
              <a:extLst>
                <a:ext uri="{FF2B5EF4-FFF2-40B4-BE49-F238E27FC236}">
                  <a16:creationId xmlns:a16="http://schemas.microsoft.com/office/drawing/2014/main" id="{D601FECF-A8F6-4C6B-2939-A6F95212F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4" name="Oval 443">
              <a:extLst>
                <a:ext uri="{FF2B5EF4-FFF2-40B4-BE49-F238E27FC236}">
                  <a16:creationId xmlns:a16="http://schemas.microsoft.com/office/drawing/2014/main" id="{3473341B-E368-83D7-7376-63D739E7E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5" name="Oval 444">
              <a:extLst>
                <a:ext uri="{FF2B5EF4-FFF2-40B4-BE49-F238E27FC236}">
                  <a16:creationId xmlns:a16="http://schemas.microsoft.com/office/drawing/2014/main" id="{CAC2CEA0-89B5-7280-A2FB-BC573C68F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6" name="Freeform 445">
              <a:extLst>
                <a:ext uri="{FF2B5EF4-FFF2-40B4-BE49-F238E27FC236}">
                  <a16:creationId xmlns:a16="http://schemas.microsoft.com/office/drawing/2014/main" id="{266F0AAA-F8D7-D66B-E1BE-6D479AC55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7" name="Freeform 446">
              <a:extLst>
                <a:ext uri="{FF2B5EF4-FFF2-40B4-BE49-F238E27FC236}">
                  <a16:creationId xmlns:a16="http://schemas.microsoft.com/office/drawing/2014/main" id="{36C8C9D0-DE7B-E665-7049-FC2A94707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9" name="Freeform 458">
              <a:extLst>
                <a:ext uri="{FF2B5EF4-FFF2-40B4-BE49-F238E27FC236}">
                  <a16:creationId xmlns:a16="http://schemas.microsoft.com/office/drawing/2014/main" id="{7483B195-54B5-2A6E-2304-EC6A90CA8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0" name="Freeform 459">
              <a:extLst>
                <a:ext uri="{FF2B5EF4-FFF2-40B4-BE49-F238E27FC236}">
                  <a16:creationId xmlns:a16="http://schemas.microsoft.com/office/drawing/2014/main" id="{A95AEC97-C398-A47F-318D-1A6812B9B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1" name="Freeform 460">
              <a:extLst>
                <a:ext uri="{FF2B5EF4-FFF2-40B4-BE49-F238E27FC236}">
                  <a16:creationId xmlns:a16="http://schemas.microsoft.com/office/drawing/2014/main" id="{93CED6FD-E5AC-9F7E-9102-D0C9BDD90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2" name="Freeform 461">
              <a:extLst>
                <a:ext uri="{FF2B5EF4-FFF2-40B4-BE49-F238E27FC236}">
                  <a16:creationId xmlns:a16="http://schemas.microsoft.com/office/drawing/2014/main" id="{F9D41022-7154-735D-9D3A-677B76EC7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3" name="Freeform 462">
              <a:extLst>
                <a:ext uri="{FF2B5EF4-FFF2-40B4-BE49-F238E27FC236}">
                  <a16:creationId xmlns:a16="http://schemas.microsoft.com/office/drawing/2014/main" id="{4E7FC0AE-EF04-3CC1-9F99-2728E5101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4" name="Freeform 463">
              <a:extLst>
                <a:ext uri="{FF2B5EF4-FFF2-40B4-BE49-F238E27FC236}">
                  <a16:creationId xmlns:a16="http://schemas.microsoft.com/office/drawing/2014/main" id="{66114033-ADF8-7D75-A37B-29DDF69D5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5" name="Freeform 464">
              <a:extLst>
                <a:ext uri="{FF2B5EF4-FFF2-40B4-BE49-F238E27FC236}">
                  <a16:creationId xmlns:a16="http://schemas.microsoft.com/office/drawing/2014/main" id="{18E5126F-81BA-C2E5-7D08-F1794C1F5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6" name="Freeform 465">
              <a:extLst>
                <a:ext uri="{FF2B5EF4-FFF2-40B4-BE49-F238E27FC236}">
                  <a16:creationId xmlns:a16="http://schemas.microsoft.com/office/drawing/2014/main" id="{8E6867C4-9075-9B1B-A494-751361F56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7" name="Freeform 466">
              <a:extLst>
                <a:ext uri="{FF2B5EF4-FFF2-40B4-BE49-F238E27FC236}">
                  <a16:creationId xmlns:a16="http://schemas.microsoft.com/office/drawing/2014/main" id="{B15389D8-4CD6-3AFB-D1BA-029BD1067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9" name="Freeform 478">
              <a:extLst>
                <a:ext uri="{FF2B5EF4-FFF2-40B4-BE49-F238E27FC236}">
                  <a16:creationId xmlns:a16="http://schemas.microsoft.com/office/drawing/2014/main" id="{208BEE9F-DE3F-E3EF-52E5-248F2427E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0" name="Freeform 479">
              <a:extLst>
                <a:ext uri="{FF2B5EF4-FFF2-40B4-BE49-F238E27FC236}">
                  <a16:creationId xmlns:a16="http://schemas.microsoft.com/office/drawing/2014/main" id="{5F1AEF56-EC69-FD20-2512-5901D5049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1" name="Freeform 480">
              <a:extLst>
                <a:ext uri="{FF2B5EF4-FFF2-40B4-BE49-F238E27FC236}">
                  <a16:creationId xmlns:a16="http://schemas.microsoft.com/office/drawing/2014/main" id="{43BB429D-9C15-71F9-9C96-6DEE3623F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2" name="Freeform 481">
              <a:extLst>
                <a:ext uri="{FF2B5EF4-FFF2-40B4-BE49-F238E27FC236}">
                  <a16:creationId xmlns:a16="http://schemas.microsoft.com/office/drawing/2014/main" id="{8227264F-76C8-A5EB-1622-CCD8923F8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3" name="Freeform 482">
              <a:extLst>
                <a:ext uri="{FF2B5EF4-FFF2-40B4-BE49-F238E27FC236}">
                  <a16:creationId xmlns:a16="http://schemas.microsoft.com/office/drawing/2014/main" id="{0BD540E0-57EA-0B56-381E-AED639152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4" name="Freeform 483">
              <a:extLst>
                <a:ext uri="{FF2B5EF4-FFF2-40B4-BE49-F238E27FC236}">
                  <a16:creationId xmlns:a16="http://schemas.microsoft.com/office/drawing/2014/main" id="{86A60579-EF71-2700-B079-DD879F7CD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5" name="Freeform 484">
              <a:extLst>
                <a:ext uri="{FF2B5EF4-FFF2-40B4-BE49-F238E27FC236}">
                  <a16:creationId xmlns:a16="http://schemas.microsoft.com/office/drawing/2014/main" id="{B7BDC6E5-D406-D3C5-18AA-B196CE3A2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6" name="Freeform 485">
              <a:extLst>
                <a:ext uri="{FF2B5EF4-FFF2-40B4-BE49-F238E27FC236}">
                  <a16:creationId xmlns:a16="http://schemas.microsoft.com/office/drawing/2014/main" id="{204366AF-2048-41EE-4D33-2D15313C6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7" name="Oval 486">
              <a:extLst>
                <a:ext uri="{FF2B5EF4-FFF2-40B4-BE49-F238E27FC236}">
                  <a16:creationId xmlns:a16="http://schemas.microsoft.com/office/drawing/2014/main" id="{4521AED5-04E4-4302-0989-3136C5571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9" name="Oval 498">
              <a:extLst>
                <a:ext uri="{FF2B5EF4-FFF2-40B4-BE49-F238E27FC236}">
                  <a16:creationId xmlns:a16="http://schemas.microsoft.com/office/drawing/2014/main" id="{3FEBACA5-0CDE-D98F-C554-A9513B015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0" name="Oval 499">
              <a:extLst>
                <a:ext uri="{FF2B5EF4-FFF2-40B4-BE49-F238E27FC236}">
                  <a16:creationId xmlns:a16="http://schemas.microsoft.com/office/drawing/2014/main" id="{184D834C-21F8-DE83-3EF7-144AA5C44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1" name="Freeform 500">
              <a:extLst>
                <a:ext uri="{FF2B5EF4-FFF2-40B4-BE49-F238E27FC236}">
                  <a16:creationId xmlns:a16="http://schemas.microsoft.com/office/drawing/2014/main" id="{B98AF20F-A7D5-AC96-3EF0-403AD1715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2" name="Freeform 501">
              <a:extLst>
                <a:ext uri="{FF2B5EF4-FFF2-40B4-BE49-F238E27FC236}">
                  <a16:creationId xmlns:a16="http://schemas.microsoft.com/office/drawing/2014/main" id="{323F1CB4-AF88-C990-0FF6-3D238E4B3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3" name="Freeform 502">
              <a:extLst>
                <a:ext uri="{FF2B5EF4-FFF2-40B4-BE49-F238E27FC236}">
                  <a16:creationId xmlns:a16="http://schemas.microsoft.com/office/drawing/2014/main" id="{1938E5C0-EDEA-7A7B-BD6D-21A69A14A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4" name="Freeform 503">
              <a:extLst>
                <a:ext uri="{FF2B5EF4-FFF2-40B4-BE49-F238E27FC236}">
                  <a16:creationId xmlns:a16="http://schemas.microsoft.com/office/drawing/2014/main" id="{A82FA6B1-35A2-9451-8549-DDE3BF63C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5" name="Freeform 504">
              <a:extLst>
                <a:ext uri="{FF2B5EF4-FFF2-40B4-BE49-F238E27FC236}">
                  <a16:creationId xmlns:a16="http://schemas.microsoft.com/office/drawing/2014/main" id="{352EB7DF-E31C-D285-11ED-240B3E10B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6" name="Freeform 505">
              <a:extLst>
                <a:ext uri="{FF2B5EF4-FFF2-40B4-BE49-F238E27FC236}">
                  <a16:creationId xmlns:a16="http://schemas.microsoft.com/office/drawing/2014/main" id="{B36FF106-6985-75D4-7ED9-2AA832B5C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7" name="Freeform 506">
              <a:extLst>
                <a:ext uri="{FF2B5EF4-FFF2-40B4-BE49-F238E27FC236}">
                  <a16:creationId xmlns:a16="http://schemas.microsoft.com/office/drawing/2014/main" id="{67EA654F-EF57-F5AA-4B0C-91B3A8FEB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9" name="Oval 518">
              <a:extLst>
                <a:ext uri="{FF2B5EF4-FFF2-40B4-BE49-F238E27FC236}">
                  <a16:creationId xmlns:a16="http://schemas.microsoft.com/office/drawing/2014/main" id="{BF6B3C17-6201-5BE5-E546-0D0B92197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0" name="Freeform 519">
              <a:extLst>
                <a:ext uri="{FF2B5EF4-FFF2-40B4-BE49-F238E27FC236}">
                  <a16:creationId xmlns:a16="http://schemas.microsoft.com/office/drawing/2014/main" id="{AA5D8B5E-A3AF-70F9-AFF7-412CDB8BB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1" name="Freeform 520">
              <a:extLst>
                <a:ext uri="{FF2B5EF4-FFF2-40B4-BE49-F238E27FC236}">
                  <a16:creationId xmlns:a16="http://schemas.microsoft.com/office/drawing/2014/main" id="{763C909C-03B4-5799-CA08-AF9F1193E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2" name="Freeform 521">
              <a:extLst>
                <a:ext uri="{FF2B5EF4-FFF2-40B4-BE49-F238E27FC236}">
                  <a16:creationId xmlns:a16="http://schemas.microsoft.com/office/drawing/2014/main" id="{FBAFC703-6AE0-36E1-21D8-ECB0BBFAE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3" name="Freeform 522">
              <a:extLst>
                <a:ext uri="{FF2B5EF4-FFF2-40B4-BE49-F238E27FC236}">
                  <a16:creationId xmlns:a16="http://schemas.microsoft.com/office/drawing/2014/main" id="{466FDF7A-9989-A831-1C11-B7B3F8B0C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4" name="Freeform 523">
              <a:extLst>
                <a:ext uri="{FF2B5EF4-FFF2-40B4-BE49-F238E27FC236}">
                  <a16:creationId xmlns:a16="http://schemas.microsoft.com/office/drawing/2014/main" id="{90526AFD-7C5B-3FB0-F134-C3B682053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5" name="Freeform 524">
              <a:extLst>
                <a:ext uri="{FF2B5EF4-FFF2-40B4-BE49-F238E27FC236}">
                  <a16:creationId xmlns:a16="http://schemas.microsoft.com/office/drawing/2014/main" id="{0185EF04-1089-4B36-74FE-8B917B400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6" name="Freeform 525">
              <a:extLst>
                <a:ext uri="{FF2B5EF4-FFF2-40B4-BE49-F238E27FC236}">
                  <a16:creationId xmlns:a16="http://schemas.microsoft.com/office/drawing/2014/main" id="{58109225-BF40-6B36-DFC7-F45D8288A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7" name="Freeform 526">
              <a:extLst>
                <a:ext uri="{FF2B5EF4-FFF2-40B4-BE49-F238E27FC236}">
                  <a16:creationId xmlns:a16="http://schemas.microsoft.com/office/drawing/2014/main" id="{49386193-D0B7-3926-AE2E-FD5C851DF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9" name="Freeform 538">
              <a:extLst>
                <a:ext uri="{FF2B5EF4-FFF2-40B4-BE49-F238E27FC236}">
                  <a16:creationId xmlns:a16="http://schemas.microsoft.com/office/drawing/2014/main" id="{1972BF12-7E46-D955-5EAF-53CC9D42E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0" name="Freeform 539">
              <a:extLst>
                <a:ext uri="{FF2B5EF4-FFF2-40B4-BE49-F238E27FC236}">
                  <a16:creationId xmlns:a16="http://schemas.microsoft.com/office/drawing/2014/main" id="{B486A173-4A2E-A76D-208F-A48143838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1" name="Oval 540">
              <a:extLst>
                <a:ext uri="{FF2B5EF4-FFF2-40B4-BE49-F238E27FC236}">
                  <a16:creationId xmlns:a16="http://schemas.microsoft.com/office/drawing/2014/main" id="{658989B4-B056-5E69-C5A3-326DEAD8A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2" name="Oval 541">
              <a:extLst>
                <a:ext uri="{FF2B5EF4-FFF2-40B4-BE49-F238E27FC236}">
                  <a16:creationId xmlns:a16="http://schemas.microsoft.com/office/drawing/2014/main" id="{7B38FCB2-2093-F344-F034-8173516FA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3" name="Freeform 542">
              <a:extLst>
                <a:ext uri="{FF2B5EF4-FFF2-40B4-BE49-F238E27FC236}">
                  <a16:creationId xmlns:a16="http://schemas.microsoft.com/office/drawing/2014/main" id="{471F184D-1A95-F585-6704-95AFBDE37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4" name="Freeform 543">
              <a:extLst>
                <a:ext uri="{FF2B5EF4-FFF2-40B4-BE49-F238E27FC236}">
                  <a16:creationId xmlns:a16="http://schemas.microsoft.com/office/drawing/2014/main" id="{E6FDB0DB-14D4-25B2-1A11-1CC8ECE3F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5" name="Freeform 544">
              <a:extLst>
                <a:ext uri="{FF2B5EF4-FFF2-40B4-BE49-F238E27FC236}">
                  <a16:creationId xmlns:a16="http://schemas.microsoft.com/office/drawing/2014/main" id="{2790DAEE-4307-8103-3367-98C538B20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6" name="Freeform 545">
              <a:extLst>
                <a:ext uri="{FF2B5EF4-FFF2-40B4-BE49-F238E27FC236}">
                  <a16:creationId xmlns:a16="http://schemas.microsoft.com/office/drawing/2014/main" id="{BC2D9A8F-9BB2-D2F2-8F23-632321368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7" name="Freeform 546">
              <a:extLst>
                <a:ext uri="{FF2B5EF4-FFF2-40B4-BE49-F238E27FC236}">
                  <a16:creationId xmlns:a16="http://schemas.microsoft.com/office/drawing/2014/main" id="{930BC73C-D081-831B-C339-0DF1FF4EE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9" name="Freeform 558">
              <a:extLst>
                <a:ext uri="{FF2B5EF4-FFF2-40B4-BE49-F238E27FC236}">
                  <a16:creationId xmlns:a16="http://schemas.microsoft.com/office/drawing/2014/main" id="{F860DADA-2439-2D47-C354-B56BFAA6B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0" name="Freeform 559">
              <a:extLst>
                <a:ext uri="{FF2B5EF4-FFF2-40B4-BE49-F238E27FC236}">
                  <a16:creationId xmlns:a16="http://schemas.microsoft.com/office/drawing/2014/main" id="{EC053987-4589-772D-18FE-5E8ACF407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1" name="Oval 560">
              <a:extLst>
                <a:ext uri="{FF2B5EF4-FFF2-40B4-BE49-F238E27FC236}">
                  <a16:creationId xmlns:a16="http://schemas.microsoft.com/office/drawing/2014/main" id="{A67499B8-CD25-549B-AFE8-1B0D3A3CE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2" name="Oval 561">
              <a:extLst>
                <a:ext uri="{FF2B5EF4-FFF2-40B4-BE49-F238E27FC236}">
                  <a16:creationId xmlns:a16="http://schemas.microsoft.com/office/drawing/2014/main" id="{8F7D970D-3FE1-840C-3C71-0AEBD98A3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3" name="Freeform 562">
              <a:extLst>
                <a:ext uri="{FF2B5EF4-FFF2-40B4-BE49-F238E27FC236}">
                  <a16:creationId xmlns:a16="http://schemas.microsoft.com/office/drawing/2014/main" id="{E1436035-627E-A663-FC3B-1F4F8BA6D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4" name="Freeform 563">
              <a:extLst>
                <a:ext uri="{FF2B5EF4-FFF2-40B4-BE49-F238E27FC236}">
                  <a16:creationId xmlns:a16="http://schemas.microsoft.com/office/drawing/2014/main" id="{5A431E9B-0F9F-0B25-E86C-45A253E6C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5" name="Freeform 564">
              <a:extLst>
                <a:ext uri="{FF2B5EF4-FFF2-40B4-BE49-F238E27FC236}">
                  <a16:creationId xmlns:a16="http://schemas.microsoft.com/office/drawing/2014/main" id="{71ED66DD-11B9-884E-4D2E-18092884D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6" name="Freeform 565">
              <a:extLst>
                <a:ext uri="{FF2B5EF4-FFF2-40B4-BE49-F238E27FC236}">
                  <a16:creationId xmlns:a16="http://schemas.microsoft.com/office/drawing/2014/main" id="{2C678590-7444-1B8E-893D-96407F5AE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7" name="Freeform 566">
              <a:extLst>
                <a:ext uri="{FF2B5EF4-FFF2-40B4-BE49-F238E27FC236}">
                  <a16:creationId xmlns:a16="http://schemas.microsoft.com/office/drawing/2014/main" id="{CBAEC579-8A1F-064E-E6CA-550682110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9" name="Freeform 578">
              <a:extLst>
                <a:ext uri="{FF2B5EF4-FFF2-40B4-BE49-F238E27FC236}">
                  <a16:creationId xmlns:a16="http://schemas.microsoft.com/office/drawing/2014/main" id="{9323AEE0-8389-2FC5-6B16-E6B017153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0" name="Freeform 579">
              <a:extLst>
                <a:ext uri="{FF2B5EF4-FFF2-40B4-BE49-F238E27FC236}">
                  <a16:creationId xmlns:a16="http://schemas.microsoft.com/office/drawing/2014/main" id="{A62B2BA2-4E31-DB35-12AF-206B87F71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1" name="Freeform 580">
              <a:extLst>
                <a:ext uri="{FF2B5EF4-FFF2-40B4-BE49-F238E27FC236}">
                  <a16:creationId xmlns:a16="http://schemas.microsoft.com/office/drawing/2014/main" id="{6F20C815-2917-C752-6EE6-70E194792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2" name="Freeform 581">
              <a:extLst>
                <a:ext uri="{FF2B5EF4-FFF2-40B4-BE49-F238E27FC236}">
                  <a16:creationId xmlns:a16="http://schemas.microsoft.com/office/drawing/2014/main" id="{15C41560-EA16-96CF-8EE9-DB7227730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3" name="Freeform 582">
              <a:extLst>
                <a:ext uri="{FF2B5EF4-FFF2-40B4-BE49-F238E27FC236}">
                  <a16:creationId xmlns:a16="http://schemas.microsoft.com/office/drawing/2014/main" id="{998014A3-62BB-C122-9380-CF10C0900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4" name="Oval 583">
              <a:extLst>
                <a:ext uri="{FF2B5EF4-FFF2-40B4-BE49-F238E27FC236}">
                  <a16:creationId xmlns:a16="http://schemas.microsoft.com/office/drawing/2014/main" id="{3497931A-AB60-29B7-01EC-D84C42EC8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5" name="Freeform 584">
              <a:extLst>
                <a:ext uri="{FF2B5EF4-FFF2-40B4-BE49-F238E27FC236}">
                  <a16:creationId xmlns:a16="http://schemas.microsoft.com/office/drawing/2014/main" id="{91E34648-6711-5DA0-D2B8-3CA2D0ED9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6" name="Freeform 585">
              <a:extLst>
                <a:ext uri="{FF2B5EF4-FFF2-40B4-BE49-F238E27FC236}">
                  <a16:creationId xmlns:a16="http://schemas.microsoft.com/office/drawing/2014/main" id="{D8FE6C3D-BDA5-8AF8-628D-69D0C34C6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7" name="Freeform 586">
              <a:extLst>
                <a:ext uri="{FF2B5EF4-FFF2-40B4-BE49-F238E27FC236}">
                  <a16:creationId xmlns:a16="http://schemas.microsoft.com/office/drawing/2014/main" id="{BF050303-E544-7B89-AE95-BE6C466C2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9" name="Freeform 598">
              <a:extLst>
                <a:ext uri="{FF2B5EF4-FFF2-40B4-BE49-F238E27FC236}">
                  <a16:creationId xmlns:a16="http://schemas.microsoft.com/office/drawing/2014/main" id="{87FA6D54-5462-F6A1-6591-A3A874BBB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0" name="Freeform 599">
              <a:extLst>
                <a:ext uri="{FF2B5EF4-FFF2-40B4-BE49-F238E27FC236}">
                  <a16:creationId xmlns:a16="http://schemas.microsoft.com/office/drawing/2014/main" id="{7A3BD8F2-BE30-E7C0-7EFE-A69C79068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1" name="Freeform 600">
              <a:extLst>
                <a:ext uri="{FF2B5EF4-FFF2-40B4-BE49-F238E27FC236}">
                  <a16:creationId xmlns:a16="http://schemas.microsoft.com/office/drawing/2014/main" id="{F1A9EE57-FA36-6089-4193-40C32E477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2" name="Freeform 601">
              <a:extLst>
                <a:ext uri="{FF2B5EF4-FFF2-40B4-BE49-F238E27FC236}">
                  <a16:creationId xmlns:a16="http://schemas.microsoft.com/office/drawing/2014/main" id="{FA3CEEE9-3B0D-5FA8-B007-F846A1D0E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3" name="Freeform 602">
              <a:extLst>
                <a:ext uri="{FF2B5EF4-FFF2-40B4-BE49-F238E27FC236}">
                  <a16:creationId xmlns:a16="http://schemas.microsoft.com/office/drawing/2014/main" id="{26D6FBCD-BAEC-896F-023C-8F8C008A2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4" name="Oval 603">
              <a:extLst>
                <a:ext uri="{FF2B5EF4-FFF2-40B4-BE49-F238E27FC236}">
                  <a16:creationId xmlns:a16="http://schemas.microsoft.com/office/drawing/2014/main" id="{7518349F-8E72-EBE2-AA43-39072C0B0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5" name="Oval 604">
              <a:extLst>
                <a:ext uri="{FF2B5EF4-FFF2-40B4-BE49-F238E27FC236}">
                  <a16:creationId xmlns:a16="http://schemas.microsoft.com/office/drawing/2014/main" id="{7E13086A-B941-9586-5DB3-753B87420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6" name="Freeform 605">
              <a:extLst>
                <a:ext uri="{FF2B5EF4-FFF2-40B4-BE49-F238E27FC236}">
                  <a16:creationId xmlns:a16="http://schemas.microsoft.com/office/drawing/2014/main" id="{AF2044F4-5561-5334-4EC4-CD0B007A4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7" name="Freeform 606">
              <a:extLst>
                <a:ext uri="{FF2B5EF4-FFF2-40B4-BE49-F238E27FC236}">
                  <a16:creationId xmlns:a16="http://schemas.microsoft.com/office/drawing/2014/main" id="{6ED7E0EB-F7AA-C94D-6290-F9A1BD35C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726" name="Grupo 725">
            <a:extLst>
              <a:ext uri="{FF2B5EF4-FFF2-40B4-BE49-F238E27FC236}">
                <a16:creationId xmlns:a16="http://schemas.microsoft.com/office/drawing/2014/main" id="{8AEAD75F-E030-ABB7-BF13-67DF1095B02D}"/>
              </a:ext>
            </a:extLst>
          </p:cNvPr>
          <p:cNvGrpSpPr/>
          <p:nvPr userDrawn="1"/>
        </p:nvGrpSpPr>
        <p:grpSpPr>
          <a:xfrm flipH="1">
            <a:off x="8057475" y="4108380"/>
            <a:ext cx="1507863" cy="1510278"/>
            <a:chOff x="39184" y="-151930"/>
            <a:chExt cx="1309806" cy="1311904"/>
          </a:xfrm>
          <a:solidFill>
            <a:schemeClr val="accent1"/>
          </a:solidFill>
        </p:grpSpPr>
        <p:sp>
          <p:nvSpPr>
            <p:cNvPr id="727" name="Oval 357">
              <a:extLst>
                <a:ext uri="{FF2B5EF4-FFF2-40B4-BE49-F238E27FC236}">
                  <a16:creationId xmlns:a16="http://schemas.microsoft.com/office/drawing/2014/main" id="{57F9FB95-FEF0-3E40-CAE7-9F8FF9014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8" name="Freeform 358">
              <a:extLst>
                <a:ext uri="{FF2B5EF4-FFF2-40B4-BE49-F238E27FC236}">
                  <a16:creationId xmlns:a16="http://schemas.microsoft.com/office/drawing/2014/main" id="{743D8CD9-549E-4248-7AC1-EDEB0777B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9" name="Freeform 359">
              <a:extLst>
                <a:ext uri="{FF2B5EF4-FFF2-40B4-BE49-F238E27FC236}">
                  <a16:creationId xmlns:a16="http://schemas.microsoft.com/office/drawing/2014/main" id="{E194F68E-3275-5EA1-AABB-08A3FB914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0" name="Freeform 360">
              <a:extLst>
                <a:ext uri="{FF2B5EF4-FFF2-40B4-BE49-F238E27FC236}">
                  <a16:creationId xmlns:a16="http://schemas.microsoft.com/office/drawing/2014/main" id="{C0E45018-DD97-552A-B104-CE7382A94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1" name="Freeform 361">
              <a:extLst>
                <a:ext uri="{FF2B5EF4-FFF2-40B4-BE49-F238E27FC236}">
                  <a16:creationId xmlns:a16="http://schemas.microsoft.com/office/drawing/2014/main" id="{A42610D8-5103-906D-8914-3600E3B36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2" name="Freeform 362">
              <a:extLst>
                <a:ext uri="{FF2B5EF4-FFF2-40B4-BE49-F238E27FC236}">
                  <a16:creationId xmlns:a16="http://schemas.microsoft.com/office/drawing/2014/main" id="{98D2637C-6F70-5295-585F-6BF299BF0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3" name="Freeform 363">
              <a:extLst>
                <a:ext uri="{FF2B5EF4-FFF2-40B4-BE49-F238E27FC236}">
                  <a16:creationId xmlns:a16="http://schemas.microsoft.com/office/drawing/2014/main" id="{A7D166C4-A63C-0E72-E65E-F766AB9C4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4" name="Freeform 364">
              <a:extLst>
                <a:ext uri="{FF2B5EF4-FFF2-40B4-BE49-F238E27FC236}">
                  <a16:creationId xmlns:a16="http://schemas.microsoft.com/office/drawing/2014/main" id="{5A29841F-659F-760C-C485-85415BC4F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5" name="Freeform 365">
              <a:extLst>
                <a:ext uri="{FF2B5EF4-FFF2-40B4-BE49-F238E27FC236}">
                  <a16:creationId xmlns:a16="http://schemas.microsoft.com/office/drawing/2014/main" id="{A0614BB2-58F4-231B-B298-57DB4C3F6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6" name="Freeform 377">
              <a:extLst>
                <a:ext uri="{FF2B5EF4-FFF2-40B4-BE49-F238E27FC236}">
                  <a16:creationId xmlns:a16="http://schemas.microsoft.com/office/drawing/2014/main" id="{14A0869D-131C-78F8-D6B7-F86CAE704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7" name="Freeform 378">
              <a:extLst>
                <a:ext uri="{FF2B5EF4-FFF2-40B4-BE49-F238E27FC236}">
                  <a16:creationId xmlns:a16="http://schemas.microsoft.com/office/drawing/2014/main" id="{A5DEF6A9-B587-998F-44D5-3369A3669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8" name="Oval 379">
              <a:extLst>
                <a:ext uri="{FF2B5EF4-FFF2-40B4-BE49-F238E27FC236}">
                  <a16:creationId xmlns:a16="http://schemas.microsoft.com/office/drawing/2014/main" id="{16D5D41E-45E8-9A14-C200-076B167BE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9" name="Oval 380">
              <a:extLst>
                <a:ext uri="{FF2B5EF4-FFF2-40B4-BE49-F238E27FC236}">
                  <a16:creationId xmlns:a16="http://schemas.microsoft.com/office/drawing/2014/main" id="{C822B7E5-3FAA-7033-3371-1711C10D4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0" name="Freeform 381">
              <a:extLst>
                <a:ext uri="{FF2B5EF4-FFF2-40B4-BE49-F238E27FC236}">
                  <a16:creationId xmlns:a16="http://schemas.microsoft.com/office/drawing/2014/main" id="{D4414924-3BE1-DB0F-91F0-3F4A4E0ED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1" name="Freeform 382">
              <a:extLst>
                <a:ext uri="{FF2B5EF4-FFF2-40B4-BE49-F238E27FC236}">
                  <a16:creationId xmlns:a16="http://schemas.microsoft.com/office/drawing/2014/main" id="{6D1E8881-FE1D-C082-8980-818A3F6EF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2" name="Freeform 383">
              <a:extLst>
                <a:ext uri="{FF2B5EF4-FFF2-40B4-BE49-F238E27FC236}">
                  <a16:creationId xmlns:a16="http://schemas.microsoft.com/office/drawing/2014/main" id="{A39DF565-2CBB-B41A-5B00-31AF74555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3" name="Freeform 384">
              <a:extLst>
                <a:ext uri="{FF2B5EF4-FFF2-40B4-BE49-F238E27FC236}">
                  <a16:creationId xmlns:a16="http://schemas.microsoft.com/office/drawing/2014/main" id="{A557B075-ED19-AD34-20E0-5CFA2055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4" name="Freeform 385">
              <a:extLst>
                <a:ext uri="{FF2B5EF4-FFF2-40B4-BE49-F238E27FC236}">
                  <a16:creationId xmlns:a16="http://schemas.microsoft.com/office/drawing/2014/main" id="{0F906F40-1849-C3C1-5489-1C7188F04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5" name="Freeform 397">
              <a:extLst>
                <a:ext uri="{FF2B5EF4-FFF2-40B4-BE49-F238E27FC236}">
                  <a16:creationId xmlns:a16="http://schemas.microsoft.com/office/drawing/2014/main" id="{A63E48D6-D7A2-3A1B-21DC-17EBC92C1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6" name="Freeform 398">
              <a:extLst>
                <a:ext uri="{FF2B5EF4-FFF2-40B4-BE49-F238E27FC236}">
                  <a16:creationId xmlns:a16="http://schemas.microsoft.com/office/drawing/2014/main" id="{D67F21DB-3F64-730D-1C3B-DDA4F2083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7" name="Oval 399">
              <a:extLst>
                <a:ext uri="{FF2B5EF4-FFF2-40B4-BE49-F238E27FC236}">
                  <a16:creationId xmlns:a16="http://schemas.microsoft.com/office/drawing/2014/main" id="{B7C6BA60-3579-CBF4-B4F0-2CEA31C11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8" name="Oval 400">
              <a:extLst>
                <a:ext uri="{FF2B5EF4-FFF2-40B4-BE49-F238E27FC236}">
                  <a16:creationId xmlns:a16="http://schemas.microsoft.com/office/drawing/2014/main" id="{8895C11B-5FA1-AA3B-7ED2-00867CBAE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9" name="Freeform 401">
              <a:extLst>
                <a:ext uri="{FF2B5EF4-FFF2-40B4-BE49-F238E27FC236}">
                  <a16:creationId xmlns:a16="http://schemas.microsoft.com/office/drawing/2014/main" id="{972F5191-A3C3-7482-94ED-3E7313E53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0" name="Freeform 402">
              <a:extLst>
                <a:ext uri="{FF2B5EF4-FFF2-40B4-BE49-F238E27FC236}">
                  <a16:creationId xmlns:a16="http://schemas.microsoft.com/office/drawing/2014/main" id="{E8DD4D72-C6A3-7849-4D17-CFBA49F18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1" name="Freeform 403">
              <a:extLst>
                <a:ext uri="{FF2B5EF4-FFF2-40B4-BE49-F238E27FC236}">
                  <a16:creationId xmlns:a16="http://schemas.microsoft.com/office/drawing/2014/main" id="{A107A2DB-DEE6-834F-7D6A-0A96D3061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2" name="Freeform 404">
              <a:extLst>
                <a:ext uri="{FF2B5EF4-FFF2-40B4-BE49-F238E27FC236}">
                  <a16:creationId xmlns:a16="http://schemas.microsoft.com/office/drawing/2014/main" id="{C6EF5B9B-E144-7309-78AB-A97E4D36B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3" name="Freeform 405">
              <a:extLst>
                <a:ext uri="{FF2B5EF4-FFF2-40B4-BE49-F238E27FC236}">
                  <a16:creationId xmlns:a16="http://schemas.microsoft.com/office/drawing/2014/main" id="{645C1517-D7E6-7D0D-7D08-33FFCB054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4" name="Freeform 418">
              <a:extLst>
                <a:ext uri="{FF2B5EF4-FFF2-40B4-BE49-F238E27FC236}">
                  <a16:creationId xmlns:a16="http://schemas.microsoft.com/office/drawing/2014/main" id="{A8098AA2-1D3B-A49B-8FF8-318789526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5" name="Freeform 419">
              <a:extLst>
                <a:ext uri="{FF2B5EF4-FFF2-40B4-BE49-F238E27FC236}">
                  <a16:creationId xmlns:a16="http://schemas.microsoft.com/office/drawing/2014/main" id="{92D20F75-8D76-A0F7-FA0B-75D079A64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6" name="Freeform 420">
              <a:extLst>
                <a:ext uri="{FF2B5EF4-FFF2-40B4-BE49-F238E27FC236}">
                  <a16:creationId xmlns:a16="http://schemas.microsoft.com/office/drawing/2014/main" id="{146A4FFB-BA9D-F2BA-16ED-030AD121A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7" name="Freeform 421">
              <a:extLst>
                <a:ext uri="{FF2B5EF4-FFF2-40B4-BE49-F238E27FC236}">
                  <a16:creationId xmlns:a16="http://schemas.microsoft.com/office/drawing/2014/main" id="{C63317DD-89EA-7D1B-1589-F14D80E03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8" name="Freeform 422">
              <a:extLst>
                <a:ext uri="{FF2B5EF4-FFF2-40B4-BE49-F238E27FC236}">
                  <a16:creationId xmlns:a16="http://schemas.microsoft.com/office/drawing/2014/main" id="{4B82967F-8999-D8B1-B5BA-818447216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9" name="Oval 423">
              <a:extLst>
                <a:ext uri="{FF2B5EF4-FFF2-40B4-BE49-F238E27FC236}">
                  <a16:creationId xmlns:a16="http://schemas.microsoft.com/office/drawing/2014/main" id="{B6C9D904-DD21-09CA-7332-000925DF5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0" name="Freeform 424">
              <a:extLst>
                <a:ext uri="{FF2B5EF4-FFF2-40B4-BE49-F238E27FC236}">
                  <a16:creationId xmlns:a16="http://schemas.microsoft.com/office/drawing/2014/main" id="{FF1D175F-9F0B-EB36-87DE-84BB2426B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1" name="Freeform 425">
              <a:extLst>
                <a:ext uri="{FF2B5EF4-FFF2-40B4-BE49-F238E27FC236}">
                  <a16:creationId xmlns:a16="http://schemas.microsoft.com/office/drawing/2014/main" id="{54D8241B-7EC7-FD8E-3959-A8E642807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2" name="Freeform 426">
              <a:extLst>
                <a:ext uri="{FF2B5EF4-FFF2-40B4-BE49-F238E27FC236}">
                  <a16:creationId xmlns:a16="http://schemas.microsoft.com/office/drawing/2014/main" id="{A4AB88A2-D65F-51AA-7D41-FC35EA03D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3" name="Freeform 438">
              <a:extLst>
                <a:ext uri="{FF2B5EF4-FFF2-40B4-BE49-F238E27FC236}">
                  <a16:creationId xmlns:a16="http://schemas.microsoft.com/office/drawing/2014/main" id="{604CD49E-9D34-4D68-4397-DB25478A9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4" name="Freeform 439">
              <a:extLst>
                <a:ext uri="{FF2B5EF4-FFF2-40B4-BE49-F238E27FC236}">
                  <a16:creationId xmlns:a16="http://schemas.microsoft.com/office/drawing/2014/main" id="{611E68C7-8E99-2A83-5148-C9A785F4E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5" name="Freeform 440">
              <a:extLst>
                <a:ext uri="{FF2B5EF4-FFF2-40B4-BE49-F238E27FC236}">
                  <a16:creationId xmlns:a16="http://schemas.microsoft.com/office/drawing/2014/main" id="{0D6A313E-697B-A60A-0320-7C97104FB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6" name="Freeform 441">
              <a:extLst>
                <a:ext uri="{FF2B5EF4-FFF2-40B4-BE49-F238E27FC236}">
                  <a16:creationId xmlns:a16="http://schemas.microsoft.com/office/drawing/2014/main" id="{6253362F-AEC1-C8CC-EE1F-52908C6DB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7" name="Freeform 442">
              <a:extLst>
                <a:ext uri="{FF2B5EF4-FFF2-40B4-BE49-F238E27FC236}">
                  <a16:creationId xmlns:a16="http://schemas.microsoft.com/office/drawing/2014/main" id="{0512AA44-F8D4-5743-70A4-F447A4DD1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8" name="Oval 443">
              <a:extLst>
                <a:ext uri="{FF2B5EF4-FFF2-40B4-BE49-F238E27FC236}">
                  <a16:creationId xmlns:a16="http://schemas.microsoft.com/office/drawing/2014/main" id="{AA7D2806-2C40-0F92-29B6-A866436EC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9" name="Oval 444">
              <a:extLst>
                <a:ext uri="{FF2B5EF4-FFF2-40B4-BE49-F238E27FC236}">
                  <a16:creationId xmlns:a16="http://schemas.microsoft.com/office/drawing/2014/main" id="{1CAC8C45-9AE4-5E5A-F110-31F37C9E5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0" name="Freeform 445">
              <a:extLst>
                <a:ext uri="{FF2B5EF4-FFF2-40B4-BE49-F238E27FC236}">
                  <a16:creationId xmlns:a16="http://schemas.microsoft.com/office/drawing/2014/main" id="{EE09C8B8-D369-42EE-0379-E45D547E7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1" name="Freeform 446">
              <a:extLst>
                <a:ext uri="{FF2B5EF4-FFF2-40B4-BE49-F238E27FC236}">
                  <a16:creationId xmlns:a16="http://schemas.microsoft.com/office/drawing/2014/main" id="{D581A0CB-C441-79A7-826A-DAC53D851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2" name="Freeform 458">
              <a:extLst>
                <a:ext uri="{FF2B5EF4-FFF2-40B4-BE49-F238E27FC236}">
                  <a16:creationId xmlns:a16="http://schemas.microsoft.com/office/drawing/2014/main" id="{8EEAD1B4-88AE-7197-0227-419B04AFD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3" name="Freeform 459">
              <a:extLst>
                <a:ext uri="{FF2B5EF4-FFF2-40B4-BE49-F238E27FC236}">
                  <a16:creationId xmlns:a16="http://schemas.microsoft.com/office/drawing/2014/main" id="{23EF815C-7A19-2111-E8BE-68A7CD889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4" name="Freeform 460">
              <a:extLst>
                <a:ext uri="{FF2B5EF4-FFF2-40B4-BE49-F238E27FC236}">
                  <a16:creationId xmlns:a16="http://schemas.microsoft.com/office/drawing/2014/main" id="{6A054086-331B-CF30-5482-5D0C5FBCE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5" name="Freeform 461">
              <a:extLst>
                <a:ext uri="{FF2B5EF4-FFF2-40B4-BE49-F238E27FC236}">
                  <a16:creationId xmlns:a16="http://schemas.microsoft.com/office/drawing/2014/main" id="{D43B3748-03FB-1568-9279-C41C76194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6" name="Freeform 462">
              <a:extLst>
                <a:ext uri="{FF2B5EF4-FFF2-40B4-BE49-F238E27FC236}">
                  <a16:creationId xmlns:a16="http://schemas.microsoft.com/office/drawing/2014/main" id="{CEAA486D-A12C-6648-183F-842EFB601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7" name="Freeform 463">
              <a:extLst>
                <a:ext uri="{FF2B5EF4-FFF2-40B4-BE49-F238E27FC236}">
                  <a16:creationId xmlns:a16="http://schemas.microsoft.com/office/drawing/2014/main" id="{566508DC-F286-E02E-F2D1-8DC732366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8" name="Freeform 464">
              <a:extLst>
                <a:ext uri="{FF2B5EF4-FFF2-40B4-BE49-F238E27FC236}">
                  <a16:creationId xmlns:a16="http://schemas.microsoft.com/office/drawing/2014/main" id="{A1B45AA7-8523-1106-46E5-CCE0D084C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79" name="Freeform 465">
              <a:extLst>
                <a:ext uri="{FF2B5EF4-FFF2-40B4-BE49-F238E27FC236}">
                  <a16:creationId xmlns:a16="http://schemas.microsoft.com/office/drawing/2014/main" id="{A880358E-2A84-401A-F81B-5D4076580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0" name="Freeform 466">
              <a:extLst>
                <a:ext uri="{FF2B5EF4-FFF2-40B4-BE49-F238E27FC236}">
                  <a16:creationId xmlns:a16="http://schemas.microsoft.com/office/drawing/2014/main" id="{E9AFDE13-61A9-8AEE-8D3A-BC45D4830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1" name="Freeform 478">
              <a:extLst>
                <a:ext uri="{FF2B5EF4-FFF2-40B4-BE49-F238E27FC236}">
                  <a16:creationId xmlns:a16="http://schemas.microsoft.com/office/drawing/2014/main" id="{B0DEC4AE-2C3A-C3BE-3454-0B92523EA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2" name="Freeform 479">
              <a:extLst>
                <a:ext uri="{FF2B5EF4-FFF2-40B4-BE49-F238E27FC236}">
                  <a16:creationId xmlns:a16="http://schemas.microsoft.com/office/drawing/2014/main" id="{B2C8B2EF-DCAC-EB53-9260-972986942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3" name="Freeform 480">
              <a:extLst>
                <a:ext uri="{FF2B5EF4-FFF2-40B4-BE49-F238E27FC236}">
                  <a16:creationId xmlns:a16="http://schemas.microsoft.com/office/drawing/2014/main" id="{38CD58CB-0D19-024F-9C19-91239BA6A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4" name="Freeform 481">
              <a:extLst>
                <a:ext uri="{FF2B5EF4-FFF2-40B4-BE49-F238E27FC236}">
                  <a16:creationId xmlns:a16="http://schemas.microsoft.com/office/drawing/2014/main" id="{D2D0D351-A7F0-90CB-91EF-059E02D2D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5" name="Freeform 482">
              <a:extLst>
                <a:ext uri="{FF2B5EF4-FFF2-40B4-BE49-F238E27FC236}">
                  <a16:creationId xmlns:a16="http://schemas.microsoft.com/office/drawing/2014/main" id="{6BAB85DE-4553-7D23-5113-9487BB2B4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6" name="Freeform 483">
              <a:extLst>
                <a:ext uri="{FF2B5EF4-FFF2-40B4-BE49-F238E27FC236}">
                  <a16:creationId xmlns:a16="http://schemas.microsoft.com/office/drawing/2014/main" id="{E29FD8D8-49A7-4107-17AB-FE6FEFB1B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7" name="Freeform 484">
              <a:extLst>
                <a:ext uri="{FF2B5EF4-FFF2-40B4-BE49-F238E27FC236}">
                  <a16:creationId xmlns:a16="http://schemas.microsoft.com/office/drawing/2014/main" id="{0F056C79-C4A3-7B53-5D53-75F43A2EF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8" name="Freeform 485">
              <a:extLst>
                <a:ext uri="{FF2B5EF4-FFF2-40B4-BE49-F238E27FC236}">
                  <a16:creationId xmlns:a16="http://schemas.microsoft.com/office/drawing/2014/main" id="{6E118A41-F102-9D02-2785-751664997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89" name="Oval 486">
              <a:extLst>
                <a:ext uri="{FF2B5EF4-FFF2-40B4-BE49-F238E27FC236}">
                  <a16:creationId xmlns:a16="http://schemas.microsoft.com/office/drawing/2014/main" id="{A54B37E2-7543-3754-8570-1F3FEBB04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0" name="Oval 498">
              <a:extLst>
                <a:ext uri="{FF2B5EF4-FFF2-40B4-BE49-F238E27FC236}">
                  <a16:creationId xmlns:a16="http://schemas.microsoft.com/office/drawing/2014/main" id="{18DB69E1-CA57-5952-8EC2-198125758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1" name="Oval 499">
              <a:extLst>
                <a:ext uri="{FF2B5EF4-FFF2-40B4-BE49-F238E27FC236}">
                  <a16:creationId xmlns:a16="http://schemas.microsoft.com/office/drawing/2014/main" id="{A216CEC0-74F5-9B32-EB1D-FEE065187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2" name="Freeform 500">
              <a:extLst>
                <a:ext uri="{FF2B5EF4-FFF2-40B4-BE49-F238E27FC236}">
                  <a16:creationId xmlns:a16="http://schemas.microsoft.com/office/drawing/2014/main" id="{C252CAEB-BBBA-3C03-1826-A55A3045C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3" name="Freeform 501">
              <a:extLst>
                <a:ext uri="{FF2B5EF4-FFF2-40B4-BE49-F238E27FC236}">
                  <a16:creationId xmlns:a16="http://schemas.microsoft.com/office/drawing/2014/main" id="{4FBA42FC-BAE1-B69C-6015-DFE73ACBE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4" name="Freeform 502">
              <a:extLst>
                <a:ext uri="{FF2B5EF4-FFF2-40B4-BE49-F238E27FC236}">
                  <a16:creationId xmlns:a16="http://schemas.microsoft.com/office/drawing/2014/main" id="{9BCF7193-658A-9E35-2555-03CDB8264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5" name="Freeform 503">
              <a:extLst>
                <a:ext uri="{FF2B5EF4-FFF2-40B4-BE49-F238E27FC236}">
                  <a16:creationId xmlns:a16="http://schemas.microsoft.com/office/drawing/2014/main" id="{C1C36DDB-04DF-0CC3-0A1E-5AECA6D7C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6" name="Freeform 504">
              <a:extLst>
                <a:ext uri="{FF2B5EF4-FFF2-40B4-BE49-F238E27FC236}">
                  <a16:creationId xmlns:a16="http://schemas.microsoft.com/office/drawing/2014/main" id="{85794CDB-7756-DF3A-ED48-0CC9D8694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7" name="Freeform 505">
              <a:extLst>
                <a:ext uri="{FF2B5EF4-FFF2-40B4-BE49-F238E27FC236}">
                  <a16:creationId xmlns:a16="http://schemas.microsoft.com/office/drawing/2014/main" id="{0FA68EB1-A7F7-FDDB-EDA5-74EB71123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8" name="Freeform 506">
              <a:extLst>
                <a:ext uri="{FF2B5EF4-FFF2-40B4-BE49-F238E27FC236}">
                  <a16:creationId xmlns:a16="http://schemas.microsoft.com/office/drawing/2014/main" id="{EDBDE501-767C-84D8-3DB9-639955B07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99" name="Oval 518">
              <a:extLst>
                <a:ext uri="{FF2B5EF4-FFF2-40B4-BE49-F238E27FC236}">
                  <a16:creationId xmlns:a16="http://schemas.microsoft.com/office/drawing/2014/main" id="{DCEECDF5-413B-E1D5-7417-E637A7C8C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0" name="Freeform 519">
              <a:extLst>
                <a:ext uri="{FF2B5EF4-FFF2-40B4-BE49-F238E27FC236}">
                  <a16:creationId xmlns:a16="http://schemas.microsoft.com/office/drawing/2014/main" id="{0F9A9E30-8373-E3E9-66C8-326136B2A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1" name="Freeform 520">
              <a:extLst>
                <a:ext uri="{FF2B5EF4-FFF2-40B4-BE49-F238E27FC236}">
                  <a16:creationId xmlns:a16="http://schemas.microsoft.com/office/drawing/2014/main" id="{C4FA1CC1-F62B-6489-FC3D-EE8AD8793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2" name="Freeform 521">
              <a:extLst>
                <a:ext uri="{FF2B5EF4-FFF2-40B4-BE49-F238E27FC236}">
                  <a16:creationId xmlns:a16="http://schemas.microsoft.com/office/drawing/2014/main" id="{BE0CD525-885E-4A6B-FD2A-A8AD59BAC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3" name="Freeform 522">
              <a:extLst>
                <a:ext uri="{FF2B5EF4-FFF2-40B4-BE49-F238E27FC236}">
                  <a16:creationId xmlns:a16="http://schemas.microsoft.com/office/drawing/2014/main" id="{A896EB60-36C1-E358-DEEB-7AD377B1C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4" name="Freeform 523">
              <a:extLst>
                <a:ext uri="{FF2B5EF4-FFF2-40B4-BE49-F238E27FC236}">
                  <a16:creationId xmlns:a16="http://schemas.microsoft.com/office/drawing/2014/main" id="{BFA3C3A6-77D2-0B7A-F98E-CE9DC351D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5" name="Freeform 524">
              <a:extLst>
                <a:ext uri="{FF2B5EF4-FFF2-40B4-BE49-F238E27FC236}">
                  <a16:creationId xmlns:a16="http://schemas.microsoft.com/office/drawing/2014/main" id="{4C767967-684A-8C05-4C81-D24F27375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6" name="Freeform 525">
              <a:extLst>
                <a:ext uri="{FF2B5EF4-FFF2-40B4-BE49-F238E27FC236}">
                  <a16:creationId xmlns:a16="http://schemas.microsoft.com/office/drawing/2014/main" id="{0A76146A-917E-A3F4-1DE2-074807D13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7" name="Freeform 526">
              <a:extLst>
                <a:ext uri="{FF2B5EF4-FFF2-40B4-BE49-F238E27FC236}">
                  <a16:creationId xmlns:a16="http://schemas.microsoft.com/office/drawing/2014/main" id="{40C00AF8-9061-81FF-9F42-5E310AF6C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8" name="Freeform 538">
              <a:extLst>
                <a:ext uri="{FF2B5EF4-FFF2-40B4-BE49-F238E27FC236}">
                  <a16:creationId xmlns:a16="http://schemas.microsoft.com/office/drawing/2014/main" id="{4C003E06-9588-1F4F-BDC4-68277633C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09" name="Freeform 539">
              <a:extLst>
                <a:ext uri="{FF2B5EF4-FFF2-40B4-BE49-F238E27FC236}">
                  <a16:creationId xmlns:a16="http://schemas.microsoft.com/office/drawing/2014/main" id="{AB44C031-3B0F-86EC-24AC-DCFB54637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0" name="Oval 540">
              <a:extLst>
                <a:ext uri="{FF2B5EF4-FFF2-40B4-BE49-F238E27FC236}">
                  <a16:creationId xmlns:a16="http://schemas.microsoft.com/office/drawing/2014/main" id="{B8028651-94A2-F4A9-D785-9DD1E0D41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1" name="Oval 541">
              <a:extLst>
                <a:ext uri="{FF2B5EF4-FFF2-40B4-BE49-F238E27FC236}">
                  <a16:creationId xmlns:a16="http://schemas.microsoft.com/office/drawing/2014/main" id="{74178A82-ABBD-840D-F12F-2AB07E423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2" name="Freeform 542">
              <a:extLst>
                <a:ext uri="{FF2B5EF4-FFF2-40B4-BE49-F238E27FC236}">
                  <a16:creationId xmlns:a16="http://schemas.microsoft.com/office/drawing/2014/main" id="{3AA37D1C-EE64-46EB-6B56-D841811CD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3" name="Freeform 543">
              <a:extLst>
                <a:ext uri="{FF2B5EF4-FFF2-40B4-BE49-F238E27FC236}">
                  <a16:creationId xmlns:a16="http://schemas.microsoft.com/office/drawing/2014/main" id="{5A27E7DF-FB11-0CB0-0639-BE9F6DC33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4" name="Freeform 544">
              <a:extLst>
                <a:ext uri="{FF2B5EF4-FFF2-40B4-BE49-F238E27FC236}">
                  <a16:creationId xmlns:a16="http://schemas.microsoft.com/office/drawing/2014/main" id="{02216471-1B41-4590-064C-5D703A42E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5" name="Freeform 545">
              <a:extLst>
                <a:ext uri="{FF2B5EF4-FFF2-40B4-BE49-F238E27FC236}">
                  <a16:creationId xmlns:a16="http://schemas.microsoft.com/office/drawing/2014/main" id="{E09ADC0C-35DD-AD03-D2D4-9627363F2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6" name="Freeform 546">
              <a:extLst>
                <a:ext uri="{FF2B5EF4-FFF2-40B4-BE49-F238E27FC236}">
                  <a16:creationId xmlns:a16="http://schemas.microsoft.com/office/drawing/2014/main" id="{8376FA6B-5D0B-4193-1F35-932CE1E97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7" name="Freeform 558">
              <a:extLst>
                <a:ext uri="{FF2B5EF4-FFF2-40B4-BE49-F238E27FC236}">
                  <a16:creationId xmlns:a16="http://schemas.microsoft.com/office/drawing/2014/main" id="{0A029C7D-ED04-6BE6-5343-D6DBAE0D2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8" name="Freeform 559">
              <a:extLst>
                <a:ext uri="{FF2B5EF4-FFF2-40B4-BE49-F238E27FC236}">
                  <a16:creationId xmlns:a16="http://schemas.microsoft.com/office/drawing/2014/main" id="{19A7BBCD-0D72-86B7-5392-97D50E728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19" name="Oval 560">
              <a:extLst>
                <a:ext uri="{FF2B5EF4-FFF2-40B4-BE49-F238E27FC236}">
                  <a16:creationId xmlns:a16="http://schemas.microsoft.com/office/drawing/2014/main" id="{6CE8A130-6140-18BB-D750-3813959A1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0" name="Oval 561">
              <a:extLst>
                <a:ext uri="{FF2B5EF4-FFF2-40B4-BE49-F238E27FC236}">
                  <a16:creationId xmlns:a16="http://schemas.microsoft.com/office/drawing/2014/main" id="{F1FD4FE4-07AA-318E-F672-D4FB755A0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1" name="Freeform 562">
              <a:extLst>
                <a:ext uri="{FF2B5EF4-FFF2-40B4-BE49-F238E27FC236}">
                  <a16:creationId xmlns:a16="http://schemas.microsoft.com/office/drawing/2014/main" id="{F0CC6463-BC30-FEB5-2095-C34D40E63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2" name="Freeform 563">
              <a:extLst>
                <a:ext uri="{FF2B5EF4-FFF2-40B4-BE49-F238E27FC236}">
                  <a16:creationId xmlns:a16="http://schemas.microsoft.com/office/drawing/2014/main" id="{B87D7174-3DE5-75C2-40C0-0752B3DC7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3" name="Freeform 564">
              <a:extLst>
                <a:ext uri="{FF2B5EF4-FFF2-40B4-BE49-F238E27FC236}">
                  <a16:creationId xmlns:a16="http://schemas.microsoft.com/office/drawing/2014/main" id="{4C6BED71-958E-4C5A-EF47-2165F2768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4" name="Freeform 565">
              <a:extLst>
                <a:ext uri="{FF2B5EF4-FFF2-40B4-BE49-F238E27FC236}">
                  <a16:creationId xmlns:a16="http://schemas.microsoft.com/office/drawing/2014/main" id="{C84E0CE3-2C26-C3C9-604B-9D1C91F40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5" name="Freeform 566">
              <a:extLst>
                <a:ext uri="{FF2B5EF4-FFF2-40B4-BE49-F238E27FC236}">
                  <a16:creationId xmlns:a16="http://schemas.microsoft.com/office/drawing/2014/main" id="{3CBBF25B-2A11-236C-2394-9F67BE5E0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6" name="Freeform 578">
              <a:extLst>
                <a:ext uri="{FF2B5EF4-FFF2-40B4-BE49-F238E27FC236}">
                  <a16:creationId xmlns:a16="http://schemas.microsoft.com/office/drawing/2014/main" id="{E57AC27F-36E5-34D7-DECF-3D5CDEE14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7" name="Freeform 579">
              <a:extLst>
                <a:ext uri="{FF2B5EF4-FFF2-40B4-BE49-F238E27FC236}">
                  <a16:creationId xmlns:a16="http://schemas.microsoft.com/office/drawing/2014/main" id="{03DBC08B-8F50-A9C1-1A6F-293C4C2B8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8" name="Freeform 580">
              <a:extLst>
                <a:ext uri="{FF2B5EF4-FFF2-40B4-BE49-F238E27FC236}">
                  <a16:creationId xmlns:a16="http://schemas.microsoft.com/office/drawing/2014/main" id="{BC2052BD-D7D6-4761-FC11-34D981DFA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29" name="Freeform 581">
              <a:extLst>
                <a:ext uri="{FF2B5EF4-FFF2-40B4-BE49-F238E27FC236}">
                  <a16:creationId xmlns:a16="http://schemas.microsoft.com/office/drawing/2014/main" id="{1A2DB9DD-E623-21F9-B33A-75BAEAC71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0" name="Freeform 582">
              <a:extLst>
                <a:ext uri="{FF2B5EF4-FFF2-40B4-BE49-F238E27FC236}">
                  <a16:creationId xmlns:a16="http://schemas.microsoft.com/office/drawing/2014/main" id="{D84F6333-54EA-A998-6653-89220EB77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1" name="Oval 583">
              <a:extLst>
                <a:ext uri="{FF2B5EF4-FFF2-40B4-BE49-F238E27FC236}">
                  <a16:creationId xmlns:a16="http://schemas.microsoft.com/office/drawing/2014/main" id="{C13B34D1-0140-B970-2FC2-C90D7040F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2" name="Freeform 584">
              <a:extLst>
                <a:ext uri="{FF2B5EF4-FFF2-40B4-BE49-F238E27FC236}">
                  <a16:creationId xmlns:a16="http://schemas.microsoft.com/office/drawing/2014/main" id="{3BD7B897-721A-7588-EF0D-86A79DA53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3" name="Freeform 585">
              <a:extLst>
                <a:ext uri="{FF2B5EF4-FFF2-40B4-BE49-F238E27FC236}">
                  <a16:creationId xmlns:a16="http://schemas.microsoft.com/office/drawing/2014/main" id="{BA81557E-24E5-5C27-7024-E41F44742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4" name="Freeform 586">
              <a:extLst>
                <a:ext uri="{FF2B5EF4-FFF2-40B4-BE49-F238E27FC236}">
                  <a16:creationId xmlns:a16="http://schemas.microsoft.com/office/drawing/2014/main" id="{42B1498C-D3C3-55B4-87D4-A4DEC06C3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5" name="Freeform 598">
              <a:extLst>
                <a:ext uri="{FF2B5EF4-FFF2-40B4-BE49-F238E27FC236}">
                  <a16:creationId xmlns:a16="http://schemas.microsoft.com/office/drawing/2014/main" id="{104A5A03-8D87-200D-5966-C793DD011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6" name="Freeform 599">
              <a:extLst>
                <a:ext uri="{FF2B5EF4-FFF2-40B4-BE49-F238E27FC236}">
                  <a16:creationId xmlns:a16="http://schemas.microsoft.com/office/drawing/2014/main" id="{B1FFD565-27B6-A049-F1E6-8213ED184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7" name="Freeform 600">
              <a:extLst>
                <a:ext uri="{FF2B5EF4-FFF2-40B4-BE49-F238E27FC236}">
                  <a16:creationId xmlns:a16="http://schemas.microsoft.com/office/drawing/2014/main" id="{24D2FA42-9146-AC7E-3AC5-862BE2515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8" name="Freeform 601">
              <a:extLst>
                <a:ext uri="{FF2B5EF4-FFF2-40B4-BE49-F238E27FC236}">
                  <a16:creationId xmlns:a16="http://schemas.microsoft.com/office/drawing/2014/main" id="{7D63A218-AF72-E8EF-CF84-50A422EF0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9" name="Freeform 602">
              <a:extLst>
                <a:ext uri="{FF2B5EF4-FFF2-40B4-BE49-F238E27FC236}">
                  <a16:creationId xmlns:a16="http://schemas.microsoft.com/office/drawing/2014/main" id="{1A8D5E33-51A1-37E1-222F-D8AA37812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0" name="Oval 603">
              <a:extLst>
                <a:ext uri="{FF2B5EF4-FFF2-40B4-BE49-F238E27FC236}">
                  <a16:creationId xmlns:a16="http://schemas.microsoft.com/office/drawing/2014/main" id="{C65BA35B-0CDB-6380-B999-0BBA6CA9B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1" name="Oval 604">
              <a:extLst>
                <a:ext uri="{FF2B5EF4-FFF2-40B4-BE49-F238E27FC236}">
                  <a16:creationId xmlns:a16="http://schemas.microsoft.com/office/drawing/2014/main" id="{632C896F-300C-9048-CBE3-53236D8F2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2" name="Freeform 605">
              <a:extLst>
                <a:ext uri="{FF2B5EF4-FFF2-40B4-BE49-F238E27FC236}">
                  <a16:creationId xmlns:a16="http://schemas.microsoft.com/office/drawing/2014/main" id="{5730EF15-667E-31D8-D72E-6C6C478BC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3" name="Freeform 606">
              <a:extLst>
                <a:ext uri="{FF2B5EF4-FFF2-40B4-BE49-F238E27FC236}">
                  <a16:creationId xmlns:a16="http://schemas.microsoft.com/office/drawing/2014/main" id="{273A069F-ED99-7ED6-BBF6-86D91D96C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 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;p16">
            <a:extLst>
              <a:ext uri="{FF2B5EF4-FFF2-40B4-BE49-F238E27FC236}">
                <a16:creationId xmlns:a16="http://schemas.microsoft.com/office/drawing/2014/main" id="{11AA3C7D-7CE8-40C4-CB27-634D521DBE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400" b="0">
                <a:solidFill>
                  <a:schemeClr val="tx1"/>
                </a:solidFill>
                <a:latin typeface="Poppins ExtraBold" panose="00000900000000000000" pitchFamily="2" charset="0"/>
                <a:cs typeface="Poppins ExtraBold" panose="000009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2" name="Freeform 881">
            <a:extLst>
              <a:ext uri="{FF2B5EF4-FFF2-40B4-BE49-F238E27FC236}">
                <a16:creationId xmlns:a16="http://schemas.microsoft.com/office/drawing/2014/main" id="{19A0085F-6F17-AF39-B504-CDC88FE6E004}"/>
              </a:ext>
            </a:extLst>
          </p:cNvPr>
          <p:cNvSpPr>
            <a:spLocks/>
          </p:cNvSpPr>
          <p:nvPr userDrawn="1"/>
        </p:nvSpPr>
        <p:spPr bwMode="auto">
          <a:xfrm>
            <a:off x="8420420" y="4398962"/>
            <a:ext cx="740964" cy="740964"/>
          </a:xfrm>
          <a:custGeom>
            <a:avLst/>
            <a:gdLst>
              <a:gd name="T0" fmla="*/ 16944 w 16944"/>
              <a:gd name="T1" fmla="*/ 0 h 16944"/>
              <a:gd name="T2" fmla="*/ 16944 w 16944"/>
              <a:gd name="T3" fmla="*/ 16944 h 16944"/>
              <a:gd name="T4" fmla="*/ 0 w 16944"/>
              <a:gd name="T5" fmla="*/ 16944 h 16944"/>
              <a:gd name="T6" fmla="*/ 0 w 16944"/>
              <a:gd name="T7" fmla="*/ 12436 h 16944"/>
              <a:gd name="T8" fmla="*/ 12435 w 16944"/>
              <a:gd name="T9" fmla="*/ 0 h 16944"/>
              <a:gd name="T10" fmla="*/ 16944 w 16944"/>
              <a:gd name="T11" fmla="*/ 0 h 16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44" h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grpSp>
        <p:nvGrpSpPr>
          <p:cNvPr id="527" name="Grupo 526">
            <a:extLst>
              <a:ext uri="{FF2B5EF4-FFF2-40B4-BE49-F238E27FC236}">
                <a16:creationId xmlns:a16="http://schemas.microsoft.com/office/drawing/2014/main" id="{7199CD34-E81B-DEBC-1868-D0EBC671B874}"/>
              </a:ext>
            </a:extLst>
          </p:cNvPr>
          <p:cNvGrpSpPr/>
          <p:nvPr userDrawn="1"/>
        </p:nvGrpSpPr>
        <p:grpSpPr>
          <a:xfrm>
            <a:off x="-481750" y="4102338"/>
            <a:ext cx="1507863" cy="1510278"/>
            <a:chOff x="39184" y="-151930"/>
            <a:chExt cx="1309806" cy="1311904"/>
          </a:xfrm>
          <a:solidFill>
            <a:schemeClr val="bg2"/>
          </a:solidFill>
        </p:grpSpPr>
        <p:sp>
          <p:nvSpPr>
            <p:cNvPr id="528" name="Oval 357">
              <a:extLst>
                <a:ext uri="{FF2B5EF4-FFF2-40B4-BE49-F238E27FC236}">
                  <a16:creationId xmlns:a16="http://schemas.microsoft.com/office/drawing/2014/main" id="{7DE5C326-86CD-6426-ADDA-64284D2A3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9" name="Freeform 358">
              <a:extLst>
                <a:ext uri="{FF2B5EF4-FFF2-40B4-BE49-F238E27FC236}">
                  <a16:creationId xmlns:a16="http://schemas.microsoft.com/office/drawing/2014/main" id="{5BA8993C-9FE2-A5FC-CB99-8080BE8FF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0" name="Freeform 359">
              <a:extLst>
                <a:ext uri="{FF2B5EF4-FFF2-40B4-BE49-F238E27FC236}">
                  <a16:creationId xmlns:a16="http://schemas.microsoft.com/office/drawing/2014/main" id="{7F7C8FA8-211F-AFC8-8431-3D3791424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1" name="Freeform 360">
              <a:extLst>
                <a:ext uri="{FF2B5EF4-FFF2-40B4-BE49-F238E27FC236}">
                  <a16:creationId xmlns:a16="http://schemas.microsoft.com/office/drawing/2014/main" id="{BFFE6BB9-B73C-5DB2-49D0-D1C4D3006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3" name="Freeform 361">
              <a:extLst>
                <a:ext uri="{FF2B5EF4-FFF2-40B4-BE49-F238E27FC236}">
                  <a16:creationId xmlns:a16="http://schemas.microsoft.com/office/drawing/2014/main" id="{4C247B38-BF32-C515-AC16-4E203EE3E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4" name="Freeform 362">
              <a:extLst>
                <a:ext uri="{FF2B5EF4-FFF2-40B4-BE49-F238E27FC236}">
                  <a16:creationId xmlns:a16="http://schemas.microsoft.com/office/drawing/2014/main" id="{63F6E132-3013-8285-7294-11DD7A73C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5" name="Freeform 363">
              <a:extLst>
                <a:ext uri="{FF2B5EF4-FFF2-40B4-BE49-F238E27FC236}">
                  <a16:creationId xmlns:a16="http://schemas.microsoft.com/office/drawing/2014/main" id="{8BFD6815-1899-4C65-84B4-D347AC4DD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6" name="Freeform 364">
              <a:extLst>
                <a:ext uri="{FF2B5EF4-FFF2-40B4-BE49-F238E27FC236}">
                  <a16:creationId xmlns:a16="http://schemas.microsoft.com/office/drawing/2014/main" id="{323432DA-3FFB-8165-CA10-A55173CCF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7" name="Freeform 365">
              <a:extLst>
                <a:ext uri="{FF2B5EF4-FFF2-40B4-BE49-F238E27FC236}">
                  <a16:creationId xmlns:a16="http://schemas.microsoft.com/office/drawing/2014/main" id="{83C0D049-E83E-5FB7-172B-2CC9DE0C3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8" name="Freeform 377">
              <a:extLst>
                <a:ext uri="{FF2B5EF4-FFF2-40B4-BE49-F238E27FC236}">
                  <a16:creationId xmlns:a16="http://schemas.microsoft.com/office/drawing/2014/main" id="{B40D7070-E1EF-E424-3126-F85DE71B5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9" name="Freeform 378">
              <a:extLst>
                <a:ext uri="{FF2B5EF4-FFF2-40B4-BE49-F238E27FC236}">
                  <a16:creationId xmlns:a16="http://schemas.microsoft.com/office/drawing/2014/main" id="{5E2DC23C-5AF8-4B38-678C-676F3FBFC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0" name="Oval 379">
              <a:extLst>
                <a:ext uri="{FF2B5EF4-FFF2-40B4-BE49-F238E27FC236}">
                  <a16:creationId xmlns:a16="http://schemas.microsoft.com/office/drawing/2014/main" id="{DA7F6BB9-5C68-AD71-779B-3E64FFD0F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1" name="Oval 380">
              <a:extLst>
                <a:ext uri="{FF2B5EF4-FFF2-40B4-BE49-F238E27FC236}">
                  <a16:creationId xmlns:a16="http://schemas.microsoft.com/office/drawing/2014/main" id="{DCFB791F-1763-B985-BA80-AD150B7AF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2" name="Freeform 381">
              <a:extLst>
                <a:ext uri="{FF2B5EF4-FFF2-40B4-BE49-F238E27FC236}">
                  <a16:creationId xmlns:a16="http://schemas.microsoft.com/office/drawing/2014/main" id="{5373AD66-273F-CFD4-185B-9713E3DDE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3" name="Freeform 382">
              <a:extLst>
                <a:ext uri="{FF2B5EF4-FFF2-40B4-BE49-F238E27FC236}">
                  <a16:creationId xmlns:a16="http://schemas.microsoft.com/office/drawing/2014/main" id="{A0FA309E-F114-BFC2-2EA5-65484744A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4" name="Freeform 383">
              <a:extLst>
                <a:ext uri="{FF2B5EF4-FFF2-40B4-BE49-F238E27FC236}">
                  <a16:creationId xmlns:a16="http://schemas.microsoft.com/office/drawing/2014/main" id="{2C18F86B-4214-C870-18AD-B936C8399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5" name="Freeform 384">
              <a:extLst>
                <a:ext uri="{FF2B5EF4-FFF2-40B4-BE49-F238E27FC236}">
                  <a16:creationId xmlns:a16="http://schemas.microsoft.com/office/drawing/2014/main" id="{8D557B9C-2057-1A61-F14E-0B68772C7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6" name="Freeform 385">
              <a:extLst>
                <a:ext uri="{FF2B5EF4-FFF2-40B4-BE49-F238E27FC236}">
                  <a16:creationId xmlns:a16="http://schemas.microsoft.com/office/drawing/2014/main" id="{C8CDC7C8-7E01-C6C1-0F9B-F5E0BFE0A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7" name="Freeform 397">
              <a:extLst>
                <a:ext uri="{FF2B5EF4-FFF2-40B4-BE49-F238E27FC236}">
                  <a16:creationId xmlns:a16="http://schemas.microsoft.com/office/drawing/2014/main" id="{DA4DAEDB-1960-5D38-C88D-5C51C715C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8" name="Freeform 398">
              <a:extLst>
                <a:ext uri="{FF2B5EF4-FFF2-40B4-BE49-F238E27FC236}">
                  <a16:creationId xmlns:a16="http://schemas.microsoft.com/office/drawing/2014/main" id="{FEC6C131-D4E6-AD4D-BE43-54059B273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9" name="Oval 399">
              <a:extLst>
                <a:ext uri="{FF2B5EF4-FFF2-40B4-BE49-F238E27FC236}">
                  <a16:creationId xmlns:a16="http://schemas.microsoft.com/office/drawing/2014/main" id="{82E51217-3791-BA6F-2DA8-75F8C9E91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0" name="Oval 400">
              <a:extLst>
                <a:ext uri="{FF2B5EF4-FFF2-40B4-BE49-F238E27FC236}">
                  <a16:creationId xmlns:a16="http://schemas.microsoft.com/office/drawing/2014/main" id="{646C2D4B-3199-72FA-25FA-E25AC498B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1" name="Freeform 401">
              <a:extLst>
                <a:ext uri="{FF2B5EF4-FFF2-40B4-BE49-F238E27FC236}">
                  <a16:creationId xmlns:a16="http://schemas.microsoft.com/office/drawing/2014/main" id="{8CC88120-E92A-2746-AD86-BFD3C4E3C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2" name="Freeform 402">
              <a:extLst>
                <a:ext uri="{FF2B5EF4-FFF2-40B4-BE49-F238E27FC236}">
                  <a16:creationId xmlns:a16="http://schemas.microsoft.com/office/drawing/2014/main" id="{1602A9B6-2408-5AD8-748A-28E0C11E7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3" name="Freeform 403">
              <a:extLst>
                <a:ext uri="{FF2B5EF4-FFF2-40B4-BE49-F238E27FC236}">
                  <a16:creationId xmlns:a16="http://schemas.microsoft.com/office/drawing/2014/main" id="{BB5196B5-F96C-5078-B88C-CD0790E34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4" name="Freeform 404">
              <a:extLst>
                <a:ext uri="{FF2B5EF4-FFF2-40B4-BE49-F238E27FC236}">
                  <a16:creationId xmlns:a16="http://schemas.microsoft.com/office/drawing/2014/main" id="{C9CFD74E-4012-A9B0-DD7D-19445D460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5" name="Freeform 405">
              <a:extLst>
                <a:ext uri="{FF2B5EF4-FFF2-40B4-BE49-F238E27FC236}">
                  <a16:creationId xmlns:a16="http://schemas.microsoft.com/office/drawing/2014/main" id="{717E77D7-FD47-33B4-AB12-AF8BE1BC9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6" name="Freeform 418">
              <a:extLst>
                <a:ext uri="{FF2B5EF4-FFF2-40B4-BE49-F238E27FC236}">
                  <a16:creationId xmlns:a16="http://schemas.microsoft.com/office/drawing/2014/main" id="{929ABBFC-FA39-15BF-B319-385D05409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7" name="Freeform 419">
              <a:extLst>
                <a:ext uri="{FF2B5EF4-FFF2-40B4-BE49-F238E27FC236}">
                  <a16:creationId xmlns:a16="http://schemas.microsoft.com/office/drawing/2014/main" id="{BE317364-4CAC-39E0-6F52-15B185B22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8" name="Freeform 420">
              <a:extLst>
                <a:ext uri="{FF2B5EF4-FFF2-40B4-BE49-F238E27FC236}">
                  <a16:creationId xmlns:a16="http://schemas.microsoft.com/office/drawing/2014/main" id="{DCD25B61-3A6C-84B6-EA8E-8DA638481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9" name="Freeform 421">
              <a:extLst>
                <a:ext uri="{FF2B5EF4-FFF2-40B4-BE49-F238E27FC236}">
                  <a16:creationId xmlns:a16="http://schemas.microsoft.com/office/drawing/2014/main" id="{48C050EF-4B88-0945-2149-1909F4C3A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0" name="Freeform 422">
              <a:extLst>
                <a:ext uri="{FF2B5EF4-FFF2-40B4-BE49-F238E27FC236}">
                  <a16:creationId xmlns:a16="http://schemas.microsoft.com/office/drawing/2014/main" id="{0E029039-2640-3B98-CD42-E84933786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1" name="Oval 423">
              <a:extLst>
                <a:ext uri="{FF2B5EF4-FFF2-40B4-BE49-F238E27FC236}">
                  <a16:creationId xmlns:a16="http://schemas.microsoft.com/office/drawing/2014/main" id="{E21B9E0F-6FDC-E809-CA75-262D6568D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2" name="Freeform 424">
              <a:extLst>
                <a:ext uri="{FF2B5EF4-FFF2-40B4-BE49-F238E27FC236}">
                  <a16:creationId xmlns:a16="http://schemas.microsoft.com/office/drawing/2014/main" id="{63E0C134-12B5-03A1-F1F1-E5EAD4AC1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3" name="Freeform 425">
              <a:extLst>
                <a:ext uri="{FF2B5EF4-FFF2-40B4-BE49-F238E27FC236}">
                  <a16:creationId xmlns:a16="http://schemas.microsoft.com/office/drawing/2014/main" id="{03512538-E582-C602-55AD-7C2277179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4" name="Freeform 426">
              <a:extLst>
                <a:ext uri="{FF2B5EF4-FFF2-40B4-BE49-F238E27FC236}">
                  <a16:creationId xmlns:a16="http://schemas.microsoft.com/office/drawing/2014/main" id="{A23A2E0B-F90E-4D71-E137-C85DEBD9A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5" name="Freeform 438">
              <a:extLst>
                <a:ext uri="{FF2B5EF4-FFF2-40B4-BE49-F238E27FC236}">
                  <a16:creationId xmlns:a16="http://schemas.microsoft.com/office/drawing/2014/main" id="{71BC9683-530F-A4E1-DF6C-B9981455C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6" name="Freeform 439">
              <a:extLst>
                <a:ext uri="{FF2B5EF4-FFF2-40B4-BE49-F238E27FC236}">
                  <a16:creationId xmlns:a16="http://schemas.microsoft.com/office/drawing/2014/main" id="{3E1FF49E-55FE-14E6-AB23-C9F059E8A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7" name="Freeform 440">
              <a:extLst>
                <a:ext uri="{FF2B5EF4-FFF2-40B4-BE49-F238E27FC236}">
                  <a16:creationId xmlns:a16="http://schemas.microsoft.com/office/drawing/2014/main" id="{FFA0B0D6-218A-44C8-A83B-92CF29413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8" name="Freeform 441">
              <a:extLst>
                <a:ext uri="{FF2B5EF4-FFF2-40B4-BE49-F238E27FC236}">
                  <a16:creationId xmlns:a16="http://schemas.microsoft.com/office/drawing/2014/main" id="{39A72404-44A3-B6FF-70E9-E6FCE7D42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9" name="Freeform 442">
              <a:extLst>
                <a:ext uri="{FF2B5EF4-FFF2-40B4-BE49-F238E27FC236}">
                  <a16:creationId xmlns:a16="http://schemas.microsoft.com/office/drawing/2014/main" id="{DA8E0066-B0E4-32E7-8397-6A024D8FB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0" name="Oval 443">
              <a:extLst>
                <a:ext uri="{FF2B5EF4-FFF2-40B4-BE49-F238E27FC236}">
                  <a16:creationId xmlns:a16="http://schemas.microsoft.com/office/drawing/2014/main" id="{1157C327-9E90-FF6A-3684-E84AB9610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1" name="Oval 444">
              <a:extLst>
                <a:ext uri="{FF2B5EF4-FFF2-40B4-BE49-F238E27FC236}">
                  <a16:creationId xmlns:a16="http://schemas.microsoft.com/office/drawing/2014/main" id="{CD23F99B-43F3-6E98-00B5-A32DD7274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2" name="Freeform 445">
              <a:extLst>
                <a:ext uri="{FF2B5EF4-FFF2-40B4-BE49-F238E27FC236}">
                  <a16:creationId xmlns:a16="http://schemas.microsoft.com/office/drawing/2014/main" id="{749D2551-41D6-F098-81BE-642B617E7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3" name="Freeform 446">
              <a:extLst>
                <a:ext uri="{FF2B5EF4-FFF2-40B4-BE49-F238E27FC236}">
                  <a16:creationId xmlns:a16="http://schemas.microsoft.com/office/drawing/2014/main" id="{319AC92A-0940-8683-96F7-7CC4743F2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4" name="Freeform 458">
              <a:extLst>
                <a:ext uri="{FF2B5EF4-FFF2-40B4-BE49-F238E27FC236}">
                  <a16:creationId xmlns:a16="http://schemas.microsoft.com/office/drawing/2014/main" id="{71E6A5F9-F612-00D3-94BC-88282510A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5" name="Freeform 459">
              <a:extLst>
                <a:ext uri="{FF2B5EF4-FFF2-40B4-BE49-F238E27FC236}">
                  <a16:creationId xmlns:a16="http://schemas.microsoft.com/office/drawing/2014/main" id="{04C2A1FA-D393-9D23-FD0F-6710B26CB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6" name="Freeform 460">
              <a:extLst>
                <a:ext uri="{FF2B5EF4-FFF2-40B4-BE49-F238E27FC236}">
                  <a16:creationId xmlns:a16="http://schemas.microsoft.com/office/drawing/2014/main" id="{E086619E-FF62-58F0-C3EB-64BB1D03A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7" name="Freeform 461">
              <a:extLst>
                <a:ext uri="{FF2B5EF4-FFF2-40B4-BE49-F238E27FC236}">
                  <a16:creationId xmlns:a16="http://schemas.microsoft.com/office/drawing/2014/main" id="{4EACC1EF-089F-D6F0-13D5-C11D8A556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8" name="Freeform 462">
              <a:extLst>
                <a:ext uri="{FF2B5EF4-FFF2-40B4-BE49-F238E27FC236}">
                  <a16:creationId xmlns:a16="http://schemas.microsoft.com/office/drawing/2014/main" id="{92E4BCF2-84DB-7C91-BD13-AC1557C6F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9" name="Freeform 463">
              <a:extLst>
                <a:ext uri="{FF2B5EF4-FFF2-40B4-BE49-F238E27FC236}">
                  <a16:creationId xmlns:a16="http://schemas.microsoft.com/office/drawing/2014/main" id="{DA319E02-6CB7-442B-8272-27B636E1B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0" name="Freeform 464">
              <a:extLst>
                <a:ext uri="{FF2B5EF4-FFF2-40B4-BE49-F238E27FC236}">
                  <a16:creationId xmlns:a16="http://schemas.microsoft.com/office/drawing/2014/main" id="{B9619E00-93A7-5130-573A-6BF36AA5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1" name="Freeform 465">
              <a:extLst>
                <a:ext uri="{FF2B5EF4-FFF2-40B4-BE49-F238E27FC236}">
                  <a16:creationId xmlns:a16="http://schemas.microsoft.com/office/drawing/2014/main" id="{C378BC45-49A7-E8ED-3F9B-062946B64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2" name="Freeform 466">
              <a:extLst>
                <a:ext uri="{FF2B5EF4-FFF2-40B4-BE49-F238E27FC236}">
                  <a16:creationId xmlns:a16="http://schemas.microsoft.com/office/drawing/2014/main" id="{FBB98015-08F4-4FC0-90FB-D3AF12566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3" name="Freeform 478">
              <a:extLst>
                <a:ext uri="{FF2B5EF4-FFF2-40B4-BE49-F238E27FC236}">
                  <a16:creationId xmlns:a16="http://schemas.microsoft.com/office/drawing/2014/main" id="{AEE0267F-C18D-C6B4-7963-882038E0B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4" name="Freeform 479">
              <a:extLst>
                <a:ext uri="{FF2B5EF4-FFF2-40B4-BE49-F238E27FC236}">
                  <a16:creationId xmlns:a16="http://schemas.microsoft.com/office/drawing/2014/main" id="{EDFA98D4-B7FF-D88C-87DA-11BDCFB64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5" name="Freeform 480">
              <a:extLst>
                <a:ext uri="{FF2B5EF4-FFF2-40B4-BE49-F238E27FC236}">
                  <a16:creationId xmlns:a16="http://schemas.microsoft.com/office/drawing/2014/main" id="{C6AD4DA5-C662-A8EF-9613-7681CA888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6" name="Freeform 481">
              <a:extLst>
                <a:ext uri="{FF2B5EF4-FFF2-40B4-BE49-F238E27FC236}">
                  <a16:creationId xmlns:a16="http://schemas.microsoft.com/office/drawing/2014/main" id="{32DE67C3-B095-CF08-8279-C5058FFA9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7" name="Freeform 482">
              <a:extLst>
                <a:ext uri="{FF2B5EF4-FFF2-40B4-BE49-F238E27FC236}">
                  <a16:creationId xmlns:a16="http://schemas.microsoft.com/office/drawing/2014/main" id="{9263C65D-4B9C-EC85-40BD-79F09AC4DD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8" name="Freeform 483">
              <a:extLst>
                <a:ext uri="{FF2B5EF4-FFF2-40B4-BE49-F238E27FC236}">
                  <a16:creationId xmlns:a16="http://schemas.microsoft.com/office/drawing/2014/main" id="{5537E648-9C51-2AC0-4628-B42FF78B8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9" name="Freeform 484">
              <a:extLst>
                <a:ext uri="{FF2B5EF4-FFF2-40B4-BE49-F238E27FC236}">
                  <a16:creationId xmlns:a16="http://schemas.microsoft.com/office/drawing/2014/main" id="{0D7A8691-B96B-6695-3DA1-6F618E307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0" name="Freeform 485">
              <a:extLst>
                <a:ext uri="{FF2B5EF4-FFF2-40B4-BE49-F238E27FC236}">
                  <a16:creationId xmlns:a16="http://schemas.microsoft.com/office/drawing/2014/main" id="{8F3725B0-FDC5-BEE5-55D9-5C0CD636D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1" name="Oval 486">
              <a:extLst>
                <a:ext uri="{FF2B5EF4-FFF2-40B4-BE49-F238E27FC236}">
                  <a16:creationId xmlns:a16="http://schemas.microsoft.com/office/drawing/2014/main" id="{9DAAD8D1-8668-11C4-8FE2-EC7FCFFFE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2" name="Oval 498">
              <a:extLst>
                <a:ext uri="{FF2B5EF4-FFF2-40B4-BE49-F238E27FC236}">
                  <a16:creationId xmlns:a16="http://schemas.microsoft.com/office/drawing/2014/main" id="{75A8C128-AEAB-C336-6071-1D13F7371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3" name="Oval 499">
              <a:extLst>
                <a:ext uri="{FF2B5EF4-FFF2-40B4-BE49-F238E27FC236}">
                  <a16:creationId xmlns:a16="http://schemas.microsoft.com/office/drawing/2014/main" id="{E2D96025-DC1F-7954-F870-E18AD9CEA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4" name="Freeform 500">
              <a:extLst>
                <a:ext uri="{FF2B5EF4-FFF2-40B4-BE49-F238E27FC236}">
                  <a16:creationId xmlns:a16="http://schemas.microsoft.com/office/drawing/2014/main" id="{30FBF349-12E6-F57C-2B90-B2E59EEE7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5" name="Freeform 501">
              <a:extLst>
                <a:ext uri="{FF2B5EF4-FFF2-40B4-BE49-F238E27FC236}">
                  <a16:creationId xmlns:a16="http://schemas.microsoft.com/office/drawing/2014/main" id="{BAF30721-9985-8D8D-7E4A-F35A999BC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6" name="Freeform 502">
              <a:extLst>
                <a:ext uri="{FF2B5EF4-FFF2-40B4-BE49-F238E27FC236}">
                  <a16:creationId xmlns:a16="http://schemas.microsoft.com/office/drawing/2014/main" id="{1239A730-3846-EDEE-4F4F-E23FD14D3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7" name="Freeform 503">
              <a:extLst>
                <a:ext uri="{FF2B5EF4-FFF2-40B4-BE49-F238E27FC236}">
                  <a16:creationId xmlns:a16="http://schemas.microsoft.com/office/drawing/2014/main" id="{43003082-106A-5B86-F2EC-BED0F4A86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8" name="Freeform 504">
              <a:extLst>
                <a:ext uri="{FF2B5EF4-FFF2-40B4-BE49-F238E27FC236}">
                  <a16:creationId xmlns:a16="http://schemas.microsoft.com/office/drawing/2014/main" id="{5A6A233A-C41E-EC88-8DD2-D8CE47527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9" name="Freeform 505">
              <a:extLst>
                <a:ext uri="{FF2B5EF4-FFF2-40B4-BE49-F238E27FC236}">
                  <a16:creationId xmlns:a16="http://schemas.microsoft.com/office/drawing/2014/main" id="{743FCB0A-F2E4-4DE4-3628-B59055AEF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0" name="Freeform 506">
              <a:extLst>
                <a:ext uri="{FF2B5EF4-FFF2-40B4-BE49-F238E27FC236}">
                  <a16:creationId xmlns:a16="http://schemas.microsoft.com/office/drawing/2014/main" id="{4290A72C-A952-8101-C7F2-ECC8329D0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1" name="Oval 518">
              <a:extLst>
                <a:ext uri="{FF2B5EF4-FFF2-40B4-BE49-F238E27FC236}">
                  <a16:creationId xmlns:a16="http://schemas.microsoft.com/office/drawing/2014/main" id="{D32331B4-2A8F-435C-4323-FFB0C38E3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2" name="Freeform 519">
              <a:extLst>
                <a:ext uri="{FF2B5EF4-FFF2-40B4-BE49-F238E27FC236}">
                  <a16:creationId xmlns:a16="http://schemas.microsoft.com/office/drawing/2014/main" id="{2067A225-EC69-FC12-32A5-790A8136F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3" name="Freeform 520">
              <a:extLst>
                <a:ext uri="{FF2B5EF4-FFF2-40B4-BE49-F238E27FC236}">
                  <a16:creationId xmlns:a16="http://schemas.microsoft.com/office/drawing/2014/main" id="{5115182B-9AF4-2882-A50F-D1BD910A1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4" name="Freeform 521">
              <a:extLst>
                <a:ext uri="{FF2B5EF4-FFF2-40B4-BE49-F238E27FC236}">
                  <a16:creationId xmlns:a16="http://schemas.microsoft.com/office/drawing/2014/main" id="{9A5EA469-E13D-E8D9-AC01-BAC5CF0C9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5" name="Freeform 522">
              <a:extLst>
                <a:ext uri="{FF2B5EF4-FFF2-40B4-BE49-F238E27FC236}">
                  <a16:creationId xmlns:a16="http://schemas.microsoft.com/office/drawing/2014/main" id="{CB31D526-4F15-8FC0-28A6-69AE857B7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6" name="Freeform 523">
              <a:extLst>
                <a:ext uri="{FF2B5EF4-FFF2-40B4-BE49-F238E27FC236}">
                  <a16:creationId xmlns:a16="http://schemas.microsoft.com/office/drawing/2014/main" id="{7729BC28-95D5-A85E-4599-5C125A48C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7" name="Freeform 524">
              <a:extLst>
                <a:ext uri="{FF2B5EF4-FFF2-40B4-BE49-F238E27FC236}">
                  <a16:creationId xmlns:a16="http://schemas.microsoft.com/office/drawing/2014/main" id="{E21F780C-4AA8-1D01-6862-6088E823E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8" name="Freeform 525">
              <a:extLst>
                <a:ext uri="{FF2B5EF4-FFF2-40B4-BE49-F238E27FC236}">
                  <a16:creationId xmlns:a16="http://schemas.microsoft.com/office/drawing/2014/main" id="{BD38EB68-B026-F203-A133-C3BC2AB1C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9" name="Freeform 526">
              <a:extLst>
                <a:ext uri="{FF2B5EF4-FFF2-40B4-BE49-F238E27FC236}">
                  <a16:creationId xmlns:a16="http://schemas.microsoft.com/office/drawing/2014/main" id="{FFD5D30A-1D66-B0DE-2FCC-85E1C86AD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0" name="Freeform 538">
              <a:extLst>
                <a:ext uri="{FF2B5EF4-FFF2-40B4-BE49-F238E27FC236}">
                  <a16:creationId xmlns:a16="http://schemas.microsoft.com/office/drawing/2014/main" id="{9EA5D82A-C99D-501E-57C7-AA78FB2E9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1" name="Freeform 539">
              <a:extLst>
                <a:ext uri="{FF2B5EF4-FFF2-40B4-BE49-F238E27FC236}">
                  <a16:creationId xmlns:a16="http://schemas.microsoft.com/office/drawing/2014/main" id="{7C3406EB-0EAB-3F13-7CAF-B4870A929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2" name="Oval 540">
              <a:extLst>
                <a:ext uri="{FF2B5EF4-FFF2-40B4-BE49-F238E27FC236}">
                  <a16:creationId xmlns:a16="http://schemas.microsoft.com/office/drawing/2014/main" id="{FC452BAE-E413-7061-D460-FB1C3A5AB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3" name="Oval 541">
              <a:extLst>
                <a:ext uri="{FF2B5EF4-FFF2-40B4-BE49-F238E27FC236}">
                  <a16:creationId xmlns:a16="http://schemas.microsoft.com/office/drawing/2014/main" id="{08CA0D41-D4C9-991A-83AE-5077CB8E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4" name="Freeform 542">
              <a:extLst>
                <a:ext uri="{FF2B5EF4-FFF2-40B4-BE49-F238E27FC236}">
                  <a16:creationId xmlns:a16="http://schemas.microsoft.com/office/drawing/2014/main" id="{3E837D9A-540B-BF35-001D-35B0E65C6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5" name="Freeform 543">
              <a:extLst>
                <a:ext uri="{FF2B5EF4-FFF2-40B4-BE49-F238E27FC236}">
                  <a16:creationId xmlns:a16="http://schemas.microsoft.com/office/drawing/2014/main" id="{525CFED7-6DED-1684-285C-F5F312EBB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6" name="Freeform 544">
              <a:extLst>
                <a:ext uri="{FF2B5EF4-FFF2-40B4-BE49-F238E27FC236}">
                  <a16:creationId xmlns:a16="http://schemas.microsoft.com/office/drawing/2014/main" id="{847841A0-24C8-78A1-CAE9-5C0F17D1B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7" name="Freeform 545">
              <a:extLst>
                <a:ext uri="{FF2B5EF4-FFF2-40B4-BE49-F238E27FC236}">
                  <a16:creationId xmlns:a16="http://schemas.microsoft.com/office/drawing/2014/main" id="{A4209084-C106-9D02-4FA0-40E76E071D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8" name="Freeform 546">
              <a:extLst>
                <a:ext uri="{FF2B5EF4-FFF2-40B4-BE49-F238E27FC236}">
                  <a16:creationId xmlns:a16="http://schemas.microsoft.com/office/drawing/2014/main" id="{9512A91D-EBB8-968C-AF24-2F98FC81B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9" name="Freeform 558">
              <a:extLst>
                <a:ext uri="{FF2B5EF4-FFF2-40B4-BE49-F238E27FC236}">
                  <a16:creationId xmlns:a16="http://schemas.microsoft.com/office/drawing/2014/main" id="{E740C039-1813-7877-B834-F1E799E56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0" name="Freeform 559">
              <a:extLst>
                <a:ext uri="{FF2B5EF4-FFF2-40B4-BE49-F238E27FC236}">
                  <a16:creationId xmlns:a16="http://schemas.microsoft.com/office/drawing/2014/main" id="{BF46BCF2-5B46-8677-5BE2-BC85D7822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1" name="Oval 560">
              <a:extLst>
                <a:ext uri="{FF2B5EF4-FFF2-40B4-BE49-F238E27FC236}">
                  <a16:creationId xmlns:a16="http://schemas.microsoft.com/office/drawing/2014/main" id="{DA64B186-DC40-53A2-E549-49E2A9CF6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2" name="Oval 561">
              <a:extLst>
                <a:ext uri="{FF2B5EF4-FFF2-40B4-BE49-F238E27FC236}">
                  <a16:creationId xmlns:a16="http://schemas.microsoft.com/office/drawing/2014/main" id="{F13E9716-0A84-222E-E8CD-515F4CB02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3" name="Freeform 562">
              <a:extLst>
                <a:ext uri="{FF2B5EF4-FFF2-40B4-BE49-F238E27FC236}">
                  <a16:creationId xmlns:a16="http://schemas.microsoft.com/office/drawing/2014/main" id="{F2AAF0FE-EE6E-8452-96E7-C00744C13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4" name="Freeform 563">
              <a:extLst>
                <a:ext uri="{FF2B5EF4-FFF2-40B4-BE49-F238E27FC236}">
                  <a16:creationId xmlns:a16="http://schemas.microsoft.com/office/drawing/2014/main" id="{607EB9BE-435A-A864-7DF9-8C09F2963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5" name="Freeform 564">
              <a:extLst>
                <a:ext uri="{FF2B5EF4-FFF2-40B4-BE49-F238E27FC236}">
                  <a16:creationId xmlns:a16="http://schemas.microsoft.com/office/drawing/2014/main" id="{0F2976D1-CEC8-7D02-1C46-C376640FC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6" name="Freeform 565">
              <a:extLst>
                <a:ext uri="{FF2B5EF4-FFF2-40B4-BE49-F238E27FC236}">
                  <a16:creationId xmlns:a16="http://schemas.microsoft.com/office/drawing/2014/main" id="{2586044A-0F9A-496C-5E6C-2CE6D2504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7" name="Freeform 566">
              <a:extLst>
                <a:ext uri="{FF2B5EF4-FFF2-40B4-BE49-F238E27FC236}">
                  <a16:creationId xmlns:a16="http://schemas.microsoft.com/office/drawing/2014/main" id="{F60D6CC6-779C-F691-A5D9-E3509A79D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8" name="Freeform 578">
              <a:extLst>
                <a:ext uri="{FF2B5EF4-FFF2-40B4-BE49-F238E27FC236}">
                  <a16:creationId xmlns:a16="http://schemas.microsoft.com/office/drawing/2014/main" id="{91ED5C77-48D5-5949-E831-FF1FA651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9" name="Freeform 579">
              <a:extLst>
                <a:ext uri="{FF2B5EF4-FFF2-40B4-BE49-F238E27FC236}">
                  <a16:creationId xmlns:a16="http://schemas.microsoft.com/office/drawing/2014/main" id="{0A1AE663-49E8-983E-E41E-500D7CF67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0" name="Freeform 580">
              <a:extLst>
                <a:ext uri="{FF2B5EF4-FFF2-40B4-BE49-F238E27FC236}">
                  <a16:creationId xmlns:a16="http://schemas.microsoft.com/office/drawing/2014/main" id="{003FD1D3-A550-2870-05AD-F48756466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1" name="Freeform 581">
              <a:extLst>
                <a:ext uri="{FF2B5EF4-FFF2-40B4-BE49-F238E27FC236}">
                  <a16:creationId xmlns:a16="http://schemas.microsoft.com/office/drawing/2014/main" id="{E1920AA4-7B5A-0A0C-587E-A5E1B82DE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2" name="Freeform 582">
              <a:extLst>
                <a:ext uri="{FF2B5EF4-FFF2-40B4-BE49-F238E27FC236}">
                  <a16:creationId xmlns:a16="http://schemas.microsoft.com/office/drawing/2014/main" id="{AC9EA8FA-829B-8FA9-A3F6-C32A280DD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3" name="Oval 583">
              <a:extLst>
                <a:ext uri="{FF2B5EF4-FFF2-40B4-BE49-F238E27FC236}">
                  <a16:creationId xmlns:a16="http://schemas.microsoft.com/office/drawing/2014/main" id="{FDEDEC51-65B5-657A-43D3-E515AB91A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4" name="Freeform 584">
              <a:extLst>
                <a:ext uri="{FF2B5EF4-FFF2-40B4-BE49-F238E27FC236}">
                  <a16:creationId xmlns:a16="http://schemas.microsoft.com/office/drawing/2014/main" id="{2CC886D6-1761-A1EB-5A21-1E7893DAD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5" name="Freeform 585">
              <a:extLst>
                <a:ext uri="{FF2B5EF4-FFF2-40B4-BE49-F238E27FC236}">
                  <a16:creationId xmlns:a16="http://schemas.microsoft.com/office/drawing/2014/main" id="{7DBDAA26-3B61-6B11-B93F-78470D43E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6" name="Freeform 586">
              <a:extLst>
                <a:ext uri="{FF2B5EF4-FFF2-40B4-BE49-F238E27FC236}">
                  <a16:creationId xmlns:a16="http://schemas.microsoft.com/office/drawing/2014/main" id="{F2DA07C7-66F7-5CFD-3186-F6F84A062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7" name="Freeform 598">
              <a:extLst>
                <a:ext uri="{FF2B5EF4-FFF2-40B4-BE49-F238E27FC236}">
                  <a16:creationId xmlns:a16="http://schemas.microsoft.com/office/drawing/2014/main" id="{F9A52906-CBF0-F159-0F35-373778A44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8" name="Freeform 599">
              <a:extLst>
                <a:ext uri="{FF2B5EF4-FFF2-40B4-BE49-F238E27FC236}">
                  <a16:creationId xmlns:a16="http://schemas.microsoft.com/office/drawing/2014/main" id="{FA08D29C-8CA7-5122-BFB0-F905433BA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9" name="Freeform 600">
              <a:extLst>
                <a:ext uri="{FF2B5EF4-FFF2-40B4-BE49-F238E27FC236}">
                  <a16:creationId xmlns:a16="http://schemas.microsoft.com/office/drawing/2014/main" id="{35FA1103-6017-D526-64E8-22F2118AE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0" name="Freeform 601">
              <a:extLst>
                <a:ext uri="{FF2B5EF4-FFF2-40B4-BE49-F238E27FC236}">
                  <a16:creationId xmlns:a16="http://schemas.microsoft.com/office/drawing/2014/main" id="{91DC5BE4-5DC3-BF91-26DD-BFAAD37FC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1" name="Freeform 602">
              <a:extLst>
                <a:ext uri="{FF2B5EF4-FFF2-40B4-BE49-F238E27FC236}">
                  <a16:creationId xmlns:a16="http://schemas.microsoft.com/office/drawing/2014/main" id="{7D5F95FB-01E9-0CF9-48C3-A55944795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2" name="Oval 603">
              <a:extLst>
                <a:ext uri="{FF2B5EF4-FFF2-40B4-BE49-F238E27FC236}">
                  <a16:creationId xmlns:a16="http://schemas.microsoft.com/office/drawing/2014/main" id="{947F75BA-2A70-0C47-7DEC-B17F95901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3" name="Oval 604">
              <a:extLst>
                <a:ext uri="{FF2B5EF4-FFF2-40B4-BE49-F238E27FC236}">
                  <a16:creationId xmlns:a16="http://schemas.microsoft.com/office/drawing/2014/main" id="{CBC2373A-92F5-C1DC-FBDD-8B29253F3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4" name="Freeform 605">
              <a:extLst>
                <a:ext uri="{FF2B5EF4-FFF2-40B4-BE49-F238E27FC236}">
                  <a16:creationId xmlns:a16="http://schemas.microsoft.com/office/drawing/2014/main" id="{C2445A62-6F2B-036F-8799-A2BEBF777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5" name="Freeform 606">
              <a:extLst>
                <a:ext uri="{FF2B5EF4-FFF2-40B4-BE49-F238E27FC236}">
                  <a16:creationId xmlns:a16="http://schemas.microsoft.com/office/drawing/2014/main" id="{462FFA54-20CF-A7B5-CCA6-010D76CBE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646" name="Grupo 645">
            <a:extLst>
              <a:ext uri="{FF2B5EF4-FFF2-40B4-BE49-F238E27FC236}">
                <a16:creationId xmlns:a16="http://schemas.microsoft.com/office/drawing/2014/main" id="{ADF0405F-46DE-533F-7962-FFEB521BEC96}"/>
              </a:ext>
            </a:extLst>
          </p:cNvPr>
          <p:cNvGrpSpPr/>
          <p:nvPr userDrawn="1"/>
        </p:nvGrpSpPr>
        <p:grpSpPr>
          <a:xfrm flipH="1">
            <a:off x="8632886" y="-120502"/>
            <a:ext cx="1507863" cy="1510278"/>
            <a:chOff x="39184" y="-151930"/>
            <a:chExt cx="1309806" cy="1311904"/>
          </a:xfrm>
          <a:solidFill>
            <a:schemeClr val="tx2"/>
          </a:solidFill>
        </p:grpSpPr>
        <p:sp>
          <p:nvSpPr>
            <p:cNvPr id="647" name="Oval 357">
              <a:extLst>
                <a:ext uri="{FF2B5EF4-FFF2-40B4-BE49-F238E27FC236}">
                  <a16:creationId xmlns:a16="http://schemas.microsoft.com/office/drawing/2014/main" id="{8FB48A68-D6C2-D7CB-B379-71C01FEED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09" y="544953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8" name="Freeform 358">
              <a:extLst>
                <a:ext uri="{FF2B5EF4-FFF2-40B4-BE49-F238E27FC236}">
                  <a16:creationId xmlns:a16="http://schemas.microsoft.com/office/drawing/2014/main" id="{8EF770E9-DE11-DAAE-1812-E57B732FF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442" y="614221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49" name="Freeform 359">
              <a:extLst>
                <a:ext uri="{FF2B5EF4-FFF2-40B4-BE49-F238E27FC236}">
                  <a16:creationId xmlns:a16="http://schemas.microsoft.com/office/drawing/2014/main" id="{86B011DF-1678-26F9-A814-0A462763B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5" y="685588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0" name="Freeform 360">
              <a:extLst>
                <a:ext uri="{FF2B5EF4-FFF2-40B4-BE49-F238E27FC236}">
                  <a16:creationId xmlns:a16="http://schemas.microsoft.com/office/drawing/2014/main" id="{F5C753C3-A623-F32F-E3FF-057ED5DEE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" y="756956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1" name="Freeform 361">
              <a:extLst>
                <a:ext uri="{FF2B5EF4-FFF2-40B4-BE49-F238E27FC236}">
                  <a16:creationId xmlns:a16="http://schemas.microsoft.com/office/drawing/2014/main" id="{1777587F-C9B7-A95B-588F-ADC9F8151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439" y="828324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2" name="Freeform 362">
              <a:extLst>
                <a:ext uri="{FF2B5EF4-FFF2-40B4-BE49-F238E27FC236}">
                  <a16:creationId xmlns:a16="http://schemas.microsoft.com/office/drawing/2014/main" id="{283328FF-1881-6A88-3D78-363FAB2D2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072" y="899691"/>
              <a:ext cx="482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3" name="Freeform 363">
              <a:extLst>
                <a:ext uri="{FF2B5EF4-FFF2-40B4-BE49-F238E27FC236}">
                  <a16:creationId xmlns:a16="http://schemas.microsoft.com/office/drawing/2014/main" id="{F58858F1-A559-4E0E-4F7A-11F8419FB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04" y="968960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4" name="Freeform 364">
              <a:extLst>
                <a:ext uri="{FF2B5EF4-FFF2-40B4-BE49-F238E27FC236}">
                  <a16:creationId xmlns:a16="http://schemas.microsoft.com/office/drawing/2014/main" id="{B4591188-F4DE-9C6D-3A75-00E69980C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6" y="1040328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5" name="Freeform 365">
              <a:extLst>
                <a:ext uri="{FF2B5EF4-FFF2-40B4-BE49-F238E27FC236}">
                  <a16:creationId xmlns:a16="http://schemas.microsoft.com/office/drawing/2014/main" id="{379CEB33-1278-6490-8A7E-73BD6289A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69" y="1111695"/>
              <a:ext cx="482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6" name="Freeform 377">
              <a:extLst>
                <a:ext uri="{FF2B5EF4-FFF2-40B4-BE49-F238E27FC236}">
                  <a16:creationId xmlns:a16="http://schemas.microsoft.com/office/drawing/2014/main" id="{A123E215-6E43-22D2-838A-E4F01A8FF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036" y="48618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7" name="Freeform 378">
              <a:extLst>
                <a:ext uri="{FF2B5EF4-FFF2-40B4-BE49-F238E27FC236}">
                  <a16:creationId xmlns:a16="http://schemas.microsoft.com/office/drawing/2014/main" id="{F9698EF3-9DF0-476E-3429-C56400D69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69" y="557547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8" name="Oval 379">
              <a:extLst>
                <a:ext uri="{FF2B5EF4-FFF2-40B4-BE49-F238E27FC236}">
                  <a16:creationId xmlns:a16="http://schemas.microsoft.com/office/drawing/2014/main" id="{27C33C34-0D8A-AAE2-62B2-87E4D1127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499" y="628915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59" name="Oval 380">
              <a:extLst>
                <a:ext uri="{FF2B5EF4-FFF2-40B4-BE49-F238E27FC236}">
                  <a16:creationId xmlns:a16="http://schemas.microsoft.com/office/drawing/2014/main" id="{1AC0A68C-314F-B3BA-7FCF-CE1CE7A88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132" y="700282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0" name="Freeform 381">
              <a:extLst>
                <a:ext uri="{FF2B5EF4-FFF2-40B4-BE49-F238E27FC236}">
                  <a16:creationId xmlns:a16="http://schemas.microsoft.com/office/drawing/2014/main" id="{B219CB6B-1339-3B5B-B7AA-7EFF7DC5C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666" y="769550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1" name="Freeform 382">
              <a:extLst>
                <a:ext uri="{FF2B5EF4-FFF2-40B4-BE49-F238E27FC236}">
                  <a16:creationId xmlns:a16="http://schemas.microsoft.com/office/drawing/2014/main" id="{74423429-FF60-0494-D87A-05535252C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98" y="840918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2" name="Freeform 383">
              <a:extLst>
                <a:ext uri="{FF2B5EF4-FFF2-40B4-BE49-F238E27FC236}">
                  <a16:creationId xmlns:a16="http://schemas.microsoft.com/office/drawing/2014/main" id="{EBD0A504-6606-84E6-3A51-9B12EF6E9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931" y="912285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3" name="Freeform 384">
              <a:extLst>
                <a:ext uri="{FF2B5EF4-FFF2-40B4-BE49-F238E27FC236}">
                  <a16:creationId xmlns:a16="http://schemas.microsoft.com/office/drawing/2014/main" id="{6D4A2899-7C4B-FCEF-33A7-204C04966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662" y="983653"/>
              <a:ext cx="46179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4" name="Freeform 385">
              <a:extLst>
                <a:ext uri="{FF2B5EF4-FFF2-40B4-BE49-F238E27FC236}">
                  <a16:creationId xmlns:a16="http://schemas.microsoft.com/office/drawing/2014/main" id="{5379C480-121F-E22B-4577-1127130F2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294" y="1052922"/>
              <a:ext cx="46179" cy="482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5" name="Freeform 397">
              <a:extLst>
                <a:ext uri="{FF2B5EF4-FFF2-40B4-BE49-F238E27FC236}">
                  <a16:creationId xmlns:a16="http://schemas.microsoft.com/office/drawing/2014/main" id="{0D61D4EB-7B78-28FF-0C13-C592B4167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363" y="427407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6" name="Freeform 398">
              <a:extLst>
                <a:ext uri="{FF2B5EF4-FFF2-40B4-BE49-F238E27FC236}">
                  <a16:creationId xmlns:a16="http://schemas.microsoft.com/office/drawing/2014/main" id="{5DBC8665-2BCC-61E6-B885-9BEE952CE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995" y="498774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7" name="Oval 399">
              <a:extLst>
                <a:ext uri="{FF2B5EF4-FFF2-40B4-BE49-F238E27FC236}">
                  <a16:creationId xmlns:a16="http://schemas.microsoft.com/office/drawing/2014/main" id="{7CADFA7C-6868-DC8E-2F93-9A79353BA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726" y="572240"/>
              <a:ext cx="44081" cy="440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8" name="Oval 400">
              <a:extLst>
                <a:ext uri="{FF2B5EF4-FFF2-40B4-BE49-F238E27FC236}">
                  <a16:creationId xmlns:a16="http://schemas.microsoft.com/office/drawing/2014/main" id="{2F2CD6FC-306A-8349-81BD-41BD64877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359" y="643608"/>
              <a:ext cx="44081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69" name="Freeform 401">
              <a:extLst>
                <a:ext uri="{FF2B5EF4-FFF2-40B4-BE49-F238E27FC236}">
                  <a16:creationId xmlns:a16="http://schemas.microsoft.com/office/drawing/2014/main" id="{03474E5E-BBBE-6D6A-2F42-624720CAF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893" y="710777"/>
              <a:ext cx="48279" cy="482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0" name="Freeform 402">
              <a:extLst>
                <a:ext uri="{FF2B5EF4-FFF2-40B4-BE49-F238E27FC236}">
                  <a16:creationId xmlns:a16="http://schemas.microsoft.com/office/drawing/2014/main" id="{35DAC2A8-D669-75AC-1642-BD108B697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623" y="782145"/>
              <a:ext cx="46179" cy="482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1" name="Freeform 403">
              <a:extLst>
                <a:ext uri="{FF2B5EF4-FFF2-40B4-BE49-F238E27FC236}">
                  <a16:creationId xmlns:a16="http://schemas.microsoft.com/office/drawing/2014/main" id="{BA4A0EF5-968C-26F9-319D-8207DDD1D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256" y="853512"/>
              <a:ext cx="48279" cy="482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2" name="Freeform 404">
              <a:extLst>
                <a:ext uri="{FF2B5EF4-FFF2-40B4-BE49-F238E27FC236}">
                  <a16:creationId xmlns:a16="http://schemas.microsoft.com/office/drawing/2014/main" id="{C5B62E49-15E7-0230-3737-98F3EDEA8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888" y="924880"/>
              <a:ext cx="48279" cy="482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3" name="Freeform 405">
              <a:extLst>
                <a:ext uri="{FF2B5EF4-FFF2-40B4-BE49-F238E27FC236}">
                  <a16:creationId xmlns:a16="http://schemas.microsoft.com/office/drawing/2014/main" id="{6E73E502-4033-538B-8A36-2236BC074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521" y="996247"/>
              <a:ext cx="48279" cy="482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4" name="Freeform 418">
              <a:extLst>
                <a:ext uri="{FF2B5EF4-FFF2-40B4-BE49-F238E27FC236}">
                  <a16:creationId xmlns:a16="http://schemas.microsoft.com/office/drawing/2014/main" id="{DF06F0A4-205D-7C36-031C-3759BC314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589" y="370732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5" name="Freeform 419">
              <a:extLst>
                <a:ext uri="{FF2B5EF4-FFF2-40B4-BE49-F238E27FC236}">
                  <a16:creationId xmlns:a16="http://schemas.microsoft.com/office/drawing/2014/main" id="{97B6E6CE-592B-7E78-FE4A-4510B75C4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221" y="44000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6" name="Freeform 420">
              <a:extLst>
                <a:ext uri="{FF2B5EF4-FFF2-40B4-BE49-F238E27FC236}">
                  <a16:creationId xmlns:a16="http://schemas.microsoft.com/office/drawing/2014/main" id="{39A1B0F6-CD60-64F6-C479-4CCB7FDC4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54" y="51136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7" name="Freeform 421">
              <a:extLst>
                <a:ext uri="{FF2B5EF4-FFF2-40B4-BE49-F238E27FC236}">
                  <a16:creationId xmlns:a16="http://schemas.microsoft.com/office/drawing/2014/main" id="{D05AFDF6-3640-48B8-13D5-6A1705AC6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85" y="58273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8" name="Freeform 422">
              <a:extLst>
                <a:ext uri="{FF2B5EF4-FFF2-40B4-BE49-F238E27FC236}">
                  <a16:creationId xmlns:a16="http://schemas.microsoft.com/office/drawing/2014/main" id="{0D22503A-204F-D481-32A1-DEF4B00DB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218" y="654104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79" name="Oval 423">
              <a:extLst>
                <a:ext uri="{FF2B5EF4-FFF2-40B4-BE49-F238E27FC236}">
                  <a16:creationId xmlns:a16="http://schemas.microsoft.com/office/drawing/2014/main" id="{BD06A3E8-E47D-88DF-BECD-69997E273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49" y="727570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0" name="Freeform 424">
              <a:extLst>
                <a:ext uri="{FF2B5EF4-FFF2-40B4-BE49-F238E27FC236}">
                  <a16:creationId xmlns:a16="http://schemas.microsoft.com/office/drawing/2014/main" id="{04A24349-7A81-2DD7-D706-60D02C27F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483" y="796839"/>
              <a:ext cx="48278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1" name="Freeform 425">
              <a:extLst>
                <a:ext uri="{FF2B5EF4-FFF2-40B4-BE49-F238E27FC236}">
                  <a16:creationId xmlns:a16="http://schemas.microsoft.com/office/drawing/2014/main" id="{39D5E00D-5CEE-E011-0AF6-3E6DA220E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115" y="86610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2" name="Freeform 426">
              <a:extLst>
                <a:ext uri="{FF2B5EF4-FFF2-40B4-BE49-F238E27FC236}">
                  <a16:creationId xmlns:a16="http://schemas.microsoft.com/office/drawing/2014/main" id="{F58068B3-5323-0B21-D311-FCCFED240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747" y="93747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3" name="Freeform 438">
              <a:extLst>
                <a:ext uri="{FF2B5EF4-FFF2-40B4-BE49-F238E27FC236}">
                  <a16:creationId xmlns:a16="http://schemas.microsoft.com/office/drawing/2014/main" id="{554C7C55-0E55-0ECE-E5E5-F449767D4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915" y="311959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4" name="Freeform 439">
              <a:extLst>
                <a:ext uri="{FF2B5EF4-FFF2-40B4-BE49-F238E27FC236}">
                  <a16:creationId xmlns:a16="http://schemas.microsoft.com/office/drawing/2014/main" id="{82082C8E-04B4-6A58-B54F-D83159559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547" y="383327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5" name="Freeform 440">
              <a:extLst>
                <a:ext uri="{FF2B5EF4-FFF2-40B4-BE49-F238E27FC236}">
                  <a16:creationId xmlns:a16="http://schemas.microsoft.com/office/drawing/2014/main" id="{A37700E8-46DA-B56A-5CB1-4FFF5C959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80" y="454694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6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6" name="Freeform 441">
              <a:extLst>
                <a:ext uri="{FF2B5EF4-FFF2-40B4-BE49-F238E27FC236}">
                  <a16:creationId xmlns:a16="http://schemas.microsoft.com/office/drawing/2014/main" id="{CACB906F-DA61-746D-1A0C-97F15A989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812" y="523963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7" name="Freeform 442">
              <a:extLst>
                <a:ext uri="{FF2B5EF4-FFF2-40B4-BE49-F238E27FC236}">
                  <a16:creationId xmlns:a16="http://schemas.microsoft.com/office/drawing/2014/main" id="{E648D660-F49B-D6DA-0913-BEF0C7861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44" y="595330"/>
              <a:ext cx="48278" cy="48278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8" name="Oval 443">
              <a:extLst>
                <a:ext uri="{FF2B5EF4-FFF2-40B4-BE49-F238E27FC236}">
                  <a16:creationId xmlns:a16="http://schemas.microsoft.com/office/drawing/2014/main" id="{C6FFDE14-1C62-872C-1CFF-9BE33D5C3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76" y="66879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89" name="Oval 444">
              <a:extLst>
                <a:ext uri="{FF2B5EF4-FFF2-40B4-BE49-F238E27FC236}">
                  <a16:creationId xmlns:a16="http://schemas.microsoft.com/office/drawing/2014/main" id="{C50AEBFE-C156-D695-D733-90824737A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907" y="740164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0" name="Freeform 445">
              <a:extLst>
                <a:ext uri="{FF2B5EF4-FFF2-40B4-BE49-F238E27FC236}">
                  <a16:creationId xmlns:a16="http://schemas.microsoft.com/office/drawing/2014/main" id="{22250783-FF23-1A54-AFEE-EFC32026B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441" y="809433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1" name="Freeform 446">
              <a:extLst>
                <a:ext uri="{FF2B5EF4-FFF2-40B4-BE49-F238E27FC236}">
                  <a16:creationId xmlns:a16="http://schemas.microsoft.com/office/drawing/2014/main" id="{BFC7804F-5E8E-C6D0-03A2-031661D60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73" y="880800"/>
              <a:ext cx="48278" cy="46179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2" name="Freeform 458">
              <a:extLst>
                <a:ext uri="{FF2B5EF4-FFF2-40B4-BE49-F238E27FC236}">
                  <a16:creationId xmlns:a16="http://schemas.microsoft.com/office/drawing/2014/main" id="{D27BCBA9-4691-8253-6ACB-DD01B71E9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141" y="25318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3" name="Freeform 459">
              <a:extLst>
                <a:ext uri="{FF2B5EF4-FFF2-40B4-BE49-F238E27FC236}">
                  <a16:creationId xmlns:a16="http://schemas.microsoft.com/office/drawing/2014/main" id="{C5DD3BEB-5BD9-2CBB-C364-BF225D5BC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774" y="324553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4" name="Freeform 460">
              <a:extLst>
                <a:ext uri="{FF2B5EF4-FFF2-40B4-BE49-F238E27FC236}">
                  <a16:creationId xmlns:a16="http://schemas.microsoft.com/office/drawing/2014/main" id="{5D35A396-CEAE-3CA9-7929-AD18B4669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06" y="395921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5" name="Freeform 461">
              <a:extLst>
                <a:ext uri="{FF2B5EF4-FFF2-40B4-BE49-F238E27FC236}">
                  <a16:creationId xmlns:a16="http://schemas.microsoft.com/office/drawing/2014/main" id="{BFC75994-FF39-7C43-0F08-ADF12E539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39" y="467288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6" name="Freeform 462">
              <a:extLst>
                <a:ext uri="{FF2B5EF4-FFF2-40B4-BE49-F238E27FC236}">
                  <a16:creationId xmlns:a16="http://schemas.microsoft.com/office/drawing/2014/main" id="{6667C85C-1A65-5C4B-E980-A0B553948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770" y="538656"/>
              <a:ext cx="46179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7" name="Freeform 463">
              <a:extLst>
                <a:ext uri="{FF2B5EF4-FFF2-40B4-BE49-F238E27FC236}">
                  <a16:creationId xmlns:a16="http://schemas.microsoft.com/office/drawing/2014/main" id="{7856E648-5961-593B-4C7A-F643F853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403" y="60792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8" name="Freeform 464">
              <a:extLst>
                <a:ext uri="{FF2B5EF4-FFF2-40B4-BE49-F238E27FC236}">
                  <a16:creationId xmlns:a16="http://schemas.microsoft.com/office/drawing/2014/main" id="{1BCC0C38-0F9A-CA35-C096-05C6786F0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5" y="67929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99" name="Freeform 465">
              <a:extLst>
                <a:ext uri="{FF2B5EF4-FFF2-40B4-BE49-F238E27FC236}">
                  <a16:creationId xmlns:a16="http://schemas.microsoft.com/office/drawing/2014/main" id="{20A92CDE-9159-133E-3653-7F452EEF5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67" y="750660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0" name="Freeform 466">
              <a:extLst>
                <a:ext uri="{FF2B5EF4-FFF2-40B4-BE49-F238E27FC236}">
                  <a16:creationId xmlns:a16="http://schemas.microsoft.com/office/drawing/2014/main" id="{D9A48A0E-A58A-E594-75F6-15780A4DF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00" y="822027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1" name="Freeform 478">
              <a:extLst>
                <a:ext uri="{FF2B5EF4-FFF2-40B4-BE49-F238E27FC236}">
                  <a16:creationId xmlns:a16="http://schemas.microsoft.com/office/drawing/2014/main" id="{10A16416-17B1-7C7C-3EF6-E0E4F2405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368" y="196512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2" name="Freeform 479">
              <a:extLst>
                <a:ext uri="{FF2B5EF4-FFF2-40B4-BE49-F238E27FC236}">
                  <a16:creationId xmlns:a16="http://schemas.microsoft.com/office/drawing/2014/main" id="{30CA7FC0-A3D1-6BB4-FD9B-CA57ECBC3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100" y="267879"/>
              <a:ext cx="46179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3" name="Freeform 480">
              <a:extLst>
                <a:ext uri="{FF2B5EF4-FFF2-40B4-BE49-F238E27FC236}">
                  <a16:creationId xmlns:a16="http://schemas.microsoft.com/office/drawing/2014/main" id="{9BC12D3C-B474-E4C1-3029-F7821F883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732" y="337148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4" name="Freeform 481">
              <a:extLst>
                <a:ext uri="{FF2B5EF4-FFF2-40B4-BE49-F238E27FC236}">
                  <a16:creationId xmlns:a16="http://schemas.microsoft.com/office/drawing/2014/main" id="{AD7C9774-807F-A223-33F8-E8AE28DC6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364" y="408515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5" name="Freeform 482">
              <a:extLst>
                <a:ext uri="{FF2B5EF4-FFF2-40B4-BE49-F238E27FC236}">
                  <a16:creationId xmlns:a16="http://schemas.microsoft.com/office/drawing/2014/main" id="{247C8088-A644-D54C-3236-E5D55A38E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997" y="47988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6" name="Freeform 483">
              <a:extLst>
                <a:ext uri="{FF2B5EF4-FFF2-40B4-BE49-F238E27FC236}">
                  <a16:creationId xmlns:a16="http://schemas.microsoft.com/office/drawing/2014/main" id="{18E205A7-07E5-2BC9-FDA3-2B964F049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629" y="55125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7" name="Freeform 484">
              <a:extLst>
                <a:ext uri="{FF2B5EF4-FFF2-40B4-BE49-F238E27FC236}">
                  <a16:creationId xmlns:a16="http://schemas.microsoft.com/office/drawing/2014/main" id="{1D20C188-0006-68B2-4A2F-BFCAF6384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262" y="622618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8" name="Freeform 485">
              <a:extLst>
                <a:ext uri="{FF2B5EF4-FFF2-40B4-BE49-F238E27FC236}">
                  <a16:creationId xmlns:a16="http://schemas.microsoft.com/office/drawing/2014/main" id="{E21BF48D-5B78-395E-F7BA-FDDA12DA2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94" y="693985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09" name="Oval 486">
              <a:extLst>
                <a:ext uri="{FF2B5EF4-FFF2-40B4-BE49-F238E27FC236}">
                  <a16:creationId xmlns:a16="http://schemas.microsoft.com/office/drawing/2014/main" id="{1F200692-42E0-2703-840C-680A931A7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25" y="765353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0" name="Oval 498">
              <a:extLst>
                <a:ext uri="{FF2B5EF4-FFF2-40B4-BE49-F238E27FC236}">
                  <a16:creationId xmlns:a16="http://schemas.microsoft.com/office/drawing/2014/main" id="{3BA7BDF3-3FAA-2A3D-C904-8D2967B93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793" y="139837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1" name="Oval 499">
              <a:extLst>
                <a:ext uri="{FF2B5EF4-FFF2-40B4-BE49-F238E27FC236}">
                  <a16:creationId xmlns:a16="http://schemas.microsoft.com/office/drawing/2014/main" id="{401EF930-7340-562C-C306-8F54B363D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425" y="211205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2" name="Freeform 500">
              <a:extLst>
                <a:ext uri="{FF2B5EF4-FFF2-40B4-BE49-F238E27FC236}">
                  <a16:creationId xmlns:a16="http://schemas.microsoft.com/office/drawing/2014/main" id="{728C3DD4-C020-9E61-8A54-BC270332C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59" y="280473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3" name="Freeform 501">
              <a:extLst>
                <a:ext uri="{FF2B5EF4-FFF2-40B4-BE49-F238E27FC236}">
                  <a16:creationId xmlns:a16="http://schemas.microsoft.com/office/drawing/2014/main" id="{403A3122-8C89-5D46-9E55-097A00013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91" y="351841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4" name="Freeform 502">
              <a:extLst>
                <a:ext uri="{FF2B5EF4-FFF2-40B4-BE49-F238E27FC236}">
                  <a16:creationId xmlns:a16="http://schemas.microsoft.com/office/drawing/2014/main" id="{93E9D4AB-3918-E307-8941-02099E236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4" y="421109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5" name="Freeform 503">
              <a:extLst>
                <a:ext uri="{FF2B5EF4-FFF2-40B4-BE49-F238E27FC236}">
                  <a16:creationId xmlns:a16="http://schemas.microsoft.com/office/drawing/2014/main" id="{39A1FADB-56CA-842C-0C8B-F95188BB4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55" y="492477"/>
              <a:ext cx="46179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6" name="Freeform 504">
              <a:extLst>
                <a:ext uri="{FF2B5EF4-FFF2-40B4-BE49-F238E27FC236}">
                  <a16:creationId xmlns:a16="http://schemas.microsoft.com/office/drawing/2014/main" id="{8BB85061-8EC2-99DC-DBC2-4A9EE6439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7" y="563845"/>
              <a:ext cx="48278" cy="48278"/>
            </a:xfrm>
            <a:custGeom>
              <a:avLst/>
              <a:gdLst>
                <a:gd name="T0" fmla="*/ 195 w 1094"/>
                <a:gd name="T1" fmla="*/ 899 h 1094"/>
                <a:gd name="T2" fmla="*/ 195 w 1094"/>
                <a:gd name="T3" fmla="*/ 194 h 1094"/>
                <a:gd name="T4" fmla="*/ 900 w 1094"/>
                <a:gd name="T5" fmla="*/ 194 h 1094"/>
                <a:gd name="T6" fmla="*/ 900 w 1094"/>
                <a:gd name="T7" fmla="*/ 899 h 1094"/>
                <a:gd name="T8" fmla="*/ 195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899"/>
                  </a:cubicBezTo>
                  <a:cubicBezTo>
                    <a:pt x="705" y="1094"/>
                    <a:pt x="389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7" name="Freeform 505">
              <a:extLst>
                <a:ext uri="{FF2B5EF4-FFF2-40B4-BE49-F238E27FC236}">
                  <a16:creationId xmlns:a16="http://schemas.microsoft.com/office/drawing/2014/main" id="{D3EE8548-5D04-FEC3-1D0C-643B47EC2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20" y="63521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8" name="Freeform 506">
              <a:extLst>
                <a:ext uri="{FF2B5EF4-FFF2-40B4-BE49-F238E27FC236}">
                  <a16:creationId xmlns:a16="http://schemas.microsoft.com/office/drawing/2014/main" id="{1632DC5B-8F8F-38ED-C5BE-7962017B7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52" y="70658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19" name="Oval 518">
              <a:extLst>
                <a:ext uri="{FF2B5EF4-FFF2-40B4-BE49-F238E27FC236}">
                  <a16:creationId xmlns:a16="http://schemas.microsoft.com/office/drawing/2014/main" id="{A7ABA925-5223-F28C-2858-901538B3C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20" y="81064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0" name="Freeform 519">
              <a:extLst>
                <a:ext uri="{FF2B5EF4-FFF2-40B4-BE49-F238E27FC236}">
                  <a16:creationId xmlns:a16="http://schemas.microsoft.com/office/drawing/2014/main" id="{9460E9B6-5E04-E970-5112-2327C7D7F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553" y="150333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1" name="Freeform 520">
              <a:extLst>
                <a:ext uri="{FF2B5EF4-FFF2-40B4-BE49-F238E27FC236}">
                  <a16:creationId xmlns:a16="http://schemas.microsoft.com/office/drawing/2014/main" id="{E860F32F-164A-B83B-42FB-B5ADC36B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185" y="22170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2" name="Freeform 521">
              <a:extLst>
                <a:ext uri="{FF2B5EF4-FFF2-40B4-BE49-F238E27FC236}">
                  <a16:creationId xmlns:a16="http://schemas.microsoft.com/office/drawing/2014/main" id="{0E0974BD-C5BD-C0E5-1D4D-5366F699D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17" y="293068"/>
              <a:ext cx="46179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3" name="Freeform 522">
              <a:extLst>
                <a:ext uri="{FF2B5EF4-FFF2-40B4-BE49-F238E27FC236}">
                  <a16:creationId xmlns:a16="http://schemas.microsoft.com/office/drawing/2014/main" id="{6780BCBB-C121-BF96-95E5-C84623454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549" y="36443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4" name="Freeform 523">
              <a:extLst>
                <a:ext uri="{FF2B5EF4-FFF2-40B4-BE49-F238E27FC236}">
                  <a16:creationId xmlns:a16="http://schemas.microsoft.com/office/drawing/2014/main" id="{97367F99-9BD9-2EE9-A638-316803D52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2" y="435803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5" name="Freeform 524">
              <a:extLst>
                <a:ext uri="{FF2B5EF4-FFF2-40B4-BE49-F238E27FC236}">
                  <a16:creationId xmlns:a16="http://schemas.microsoft.com/office/drawing/2014/main" id="{C939BC6A-7D90-633A-B977-BC2AD412F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4" y="507170"/>
              <a:ext cx="48278" cy="46179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6" name="Freeform 525">
              <a:extLst>
                <a:ext uri="{FF2B5EF4-FFF2-40B4-BE49-F238E27FC236}">
                  <a16:creationId xmlns:a16="http://schemas.microsoft.com/office/drawing/2014/main" id="{E591E329-44F1-C733-ABD6-4FF9A9726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47" y="576439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7" name="Freeform 526">
              <a:extLst>
                <a:ext uri="{FF2B5EF4-FFF2-40B4-BE49-F238E27FC236}">
                  <a16:creationId xmlns:a16="http://schemas.microsoft.com/office/drawing/2014/main" id="{BA03B428-208F-3534-5AB6-392B56486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79" y="64780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8" name="Freeform 538">
              <a:extLst>
                <a:ext uri="{FF2B5EF4-FFF2-40B4-BE49-F238E27FC236}">
                  <a16:creationId xmlns:a16="http://schemas.microsoft.com/office/drawing/2014/main" id="{6408E4DA-EAA7-CDE0-BD63-8914A9900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246" y="22291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29" name="Freeform 539">
              <a:extLst>
                <a:ext uri="{FF2B5EF4-FFF2-40B4-BE49-F238E27FC236}">
                  <a16:creationId xmlns:a16="http://schemas.microsoft.com/office/drawing/2014/main" id="{4C432136-5F54-A76B-4B52-F84A68217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79" y="93658"/>
              <a:ext cx="48278" cy="48278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899 w 1094"/>
                <a:gd name="T5" fmla="*/ 195 h 1094"/>
                <a:gd name="T6" fmla="*/ 899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0" name="Oval 540">
              <a:extLst>
                <a:ext uri="{FF2B5EF4-FFF2-40B4-BE49-F238E27FC236}">
                  <a16:creationId xmlns:a16="http://schemas.microsoft.com/office/drawing/2014/main" id="{49A8792F-D2DA-1D96-F00C-C6B1D4168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10" y="167125"/>
              <a:ext cx="44080" cy="41981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1" name="Oval 541">
              <a:extLst>
                <a:ext uri="{FF2B5EF4-FFF2-40B4-BE49-F238E27FC236}">
                  <a16:creationId xmlns:a16="http://schemas.microsoft.com/office/drawing/2014/main" id="{E1CF51DD-0163-F548-AA7B-68ACA516D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43" y="236393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2" name="Freeform 542">
              <a:extLst>
                <a:ext uri="{FF2B5EF4-FFF2-40B4-BE49-F238E27FC236}">
                  <a16:creationId xmlns:a16="http://schemas.microsoft.com/office/drawing/2014/main" id="{20F7D6EC-5F80-3D37-4CE3-75DF8E981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76" y="305662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3" name="Freeform 543">
              <a:extLst>
                <a:ext uri="{FF2B5EF4-FFF2-40B4-BE49-F238E27FC236}">
                  <a16:creationId xmlns:a16="http://schemas.microsoft.com/office/drawing/2014/main" id="{D856E5D7-55CF-C8EA-59C7-51A8A7862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08" y="377030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4" name="Freeform 544">
              <a:extLst>
                <a:ext uri="{FF2B5EF4-FFF2-40B4-BE49-F238E27FC236}">
                  <a16:creationId xmlns:a16="http://schemas.microsoft.com/office/drawing/2014/main" id="{40D207EA-75AC-64F7-2995-5EF124AAE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40" y="448397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5" name="Freeform 545">
              <a:extLst>
                <a:ext uri="{FF2B5EF4-FFF2-40B4-BE49-F238E27FC236}">
                  <a16:creationId xmlns:a16="http://schemas.microsoft.com/office/drawing/2014/main" id="{087AED77-7EE6-CE73-904B-1230A3A3B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2" y="519765"/>
              <a:ext cx="46179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6" name="Freeform 546">
              <a:extLst>
                <a:ext uri="{FF2B5EF4-FFF2-40B4-BE49-F238E27FC236}">
                  <a16:creationId xmlns:a16="http://schemas.microsoft.com/office/drawing/2014/main" id="{90F5B2F1-081E-C62E-FE04-151130642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05" y="591132"/>
              <a:ext cx="48278" cy="46179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4 h 1094"/>
                <a:gd name="T4" fmla="*/ 900 w 1094"/>
                <a:gd name="T5" fmla="*/ 194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7" name="Freeform 558">
              <a:extLst>
                <a:ext uri="{FF2B5EF4-FFF2-40B4-BE49-F238E27FC236}">
                  <a16:creationId xmlns:a16="http://schemas.microsoft.com/office/drawing/2014/main" id="{95D7682F-A69E-5D04-7834-27C864095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473" y="-36482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8" name="Freeform 559">
              <a:extLst>
                <a:ext uri="{FF2B5EF4-FFF2-40B4-BE49-F238E27FC236}">
                  <a16:creationId xmlns:a16="http://schemas.microsoft.com/office/drawing/2014/main" id="{9265AD98-700C-F2B3-1022-B88EAA9AB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05" y="34885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39" name="Oval 560">
              <a:extLst>
                <a:ext uri="{FF2B5EF4-FFF2-40B4-BE49-F238E27FC236}">
                  <a16:creationId xmlns:a16="http://schemas.microsoft.com/office/drawing/2014/main" id="{E27996AD-B899-5DC1-AE50-1C416350C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837" y="108352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0" name="Oval 561">
              <a:extLst>
                <a:ext uri="{FF2B5EF4-FFF2-40B4-BE49-F238E27FC236}">
                  <a16:creationId xmlns:a16="http://schemas.microsoft.com/office/drawing/2014/main" id="{1CEC05BE-C8CF-718B-42B8-A5306A098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69" y="179719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1" name="Freeform 562">
              <a:extLst>
                <a:ext uri="{FF2B5EF4-FFF2-40B4-BE49-F238E27FC236}">
                  <a16:creationId xmlns:a16="http://schemas.microsoft.com/office/drawing/2014/main" id="{5914FA68-C253-3101-CA61-0635335F6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02" y="248988"/>
              <a:ext cx="46179" cy="46179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2" name="Freeform 563">
              <a:extLst>
                <a:ext uri="{FF2B5EF4-FFF2-40B4-BE49-F238E27FC236}">
                  <a16:creationId xmlns:a16="http://schemas.microsoft.com/office/drawing/2014/main" id="{762F6F38-6A40-F17A-C2C4-6A0094267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34" y="318256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3" name="Freeform 564">
              <a:extLst>
                <a:ext uri="{FF2B5EF4-FFF2-40B4-BE49-F238E27FC236}">
                  <a16:creationId xmlns:a16="http://schemas.microsoft.com/office/drawing/2014/main" id="{9A76894C-139D-B9BC-8EE6-19EB43105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67" y="389624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4" name="Freeform 565">
              <a:extLst>
                <a:ext uri="{FF2B5EF4-FFF2-40B4-BE49-F238E27FC236}">
                  <a16:creationId xmlns:a16="http://schemas.microsoft.com/office/drawing/2014/main" id="{7C9401AE-B5EA-C571-0351-A8DB8B00A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99" y="46099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5" name="Freeform 566">
              <a:extLst>
                <a:ext uri="{FF2B5EF4-FFF2-40B4-BE49-F238E27FC236}">
                  <a16:creationId xmlns:a16="http://schemas.microsoft.com/office/drawing/2014/main" id="{8A1FECAD-E997-82BE-6E18-BA6F944DD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31" y="532359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6" name="Freeform 578">
              <a:extLst>
                <a:ext uri="{FF2B5EF4-FFF2-40B4-BE49-F238E27FC236}">
                  <a16:creationId xmlns:a16="http://schemas.microsoft.com/office/drawing/2014/main" id="{01B0E56C-C7BE-391D-A27C-FEDB49CB6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00" y="-93157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7" name="Freeform 579">
              <a:extLst>
                <a:ext uri="{FF2B5EF4-FFF2-40B4-BE49-F238E27FC236}">
                  <a16:creationId xmlns:a16="http://schemas.microsoft.com/office/drawing/2014/main" id="{83BCE44C-6DE4-52DD-FE18-9006FBF29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2" y="-23888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8" name="Freeform 580">
              <a:extLst>
                <a:ext uri="{FF2B5EF4-FFF2-40B4-BE49-F238E27FC236}">
                  <a16:creationId xmlns:a16="http://schemas.microsoft.com/office/drawing/2014/main" id="{FD022750-7FEE-CDFA-6537-8245A14DF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064" y="47479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49" name="Freeform 581">
              <a:extLst>
                <a:ext uri="{FF2B5EF4-FFF2-40B4-BE49-F238E27FC236}">
                  <a16:creationId xmlns:a16="http://schemas.microsoft.com/office/drawing/2014/main" id="{D8780C81-D323-381D-4165-6FB486A8C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96" y="118847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0" name="Freeform 582">
              <a:extLst>
                <a:ext uri="{FF2B5EF4-FFF2-40B4-BE49-F238E27FC236}">
                  <a16:creationId xmlns:a16="http://schemas.microsoft.com/office/drawing/2014/main" id="{EC017C3A-56B7-B1C3-EC66-B95F5902F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28" y="190214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1" name="Oval 583">
              <a:extLst>
                <a:ext uri="{FF2B5EF4-FFF2-40B4-BE49-F238E27FC236}">
                  <a16:creationId xmlns:a16="http://schemas.microsoft.com/office/drawing/2014/main" id="{4225B8F3-0CE4-E50B-D217-B54DF3B53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60" y="263681"/>
              <a:ext cx="44080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2" name="Freeform 584">
              <a:extLst>
                <a:ext uri="{FF2B5EF4-FFF2-40B4-BE49-F238E27FC236}">
                  <a16:creationId xmlns:a16="http://schemas.microsoft.com/office/drawing/2014/main" id="{2BCFED4C-5DF8-2DA9-0BC2-5BA2F9ED2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93" y="332950"/>
              <a:ext cx="48278" cy="46179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3" name="Freeform 585">
              <a:extLst>
                <a:ext uri="{FF2B5EF4-FFF2-40B4-BE49-F238E27FC236}">
                  <a16:creationId xmlns:a16="http://schemas.microsoft.com/office/drawing/2014/main" id="{245CB00D-4957-5391-86DA-790589D34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26" y="404317"/>
              <a:ext cx="48278" cy="46179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4" name="Freeform 586">
              <a:extLst>
                <a:ext uri="{FF2B5EF4-FFF2-40B4-BE49-F238E27FC236}">
                  <a16:creationId xmlns:a16="http://schemas.microsoft.com/office/drawing/2014/main" id="{18DF681A-92DB-2477-1CC4-A0071986B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57" y="473586"/>
              <a:ext cx="46179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5" name="Freeform 598">
              <a:extLst>
                <a:ext uri="{FF2B5EF4-FFF2-40B4-BE49-F238E27FC236}">
                  <a16:creationId xmlns:a16="http://schemas.microsoft.com/office/drawing/2014/main" id="{CF381931-E59F-55C5-B726-214196C62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025" y="-151930"/>
              <a:ext cx="48278" cy="48278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6" name="Freeform 599">
              <a:extLst>
                <a:ext uri="{FF2B5EF4-FFF2-40B4-BE49-F238E27FC236}">
                  <a16:creationId xmlns:a16="http://schemas.microsoft.com/office/drawing/2014/main" id="{C10E4108-46B9-29E6-2E22-779B6FED5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658" y="-80562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7" name="Freeform 600">
              <a:extLst>
                <a:ext uri="{FF2B5EF4-FFF2-40B4-BE49-F238E27FC236}">
                  <a16:creationId xmlns:a16="http://schemas.microsoft.com/office/drawing/2014/main" id="{6D1D3535-4E7C-9971-E102-78953CF84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90" y="-9195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8" name="Freeform 601">
              <a:extLst>
                <a:ext uri="{FF2B5EF4-FFF2-40B4-BE49-F238E27FC236}">
                  <a16:creationId xmlns:a16="http://schemas.microsoft.com/office/drawing/2014/main" id="{ECA0B7C7-D228-870E-8FE8-089F5B2B1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3" y="62173"/>
              <a:ext cx="48278" cy="46179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59" name="Freeform 602">
              <a:extLst>
                <a:ext uri="{FF2B5EF4-FFF2-40B4-BE49-F238E27FC236}">
                  <a16:creationId xmlns:a16="http://schemas.microsoft.com/office/drawing/2014/main" id="{E96DB9E6-7CF1-C24E-11A2-352E2CACB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55" y="131441"/>
              <a:ext cx="48278" cy="48278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0" name="Oval 603">
              <a:extLst>
                <a:ext uri="{FF2B5EF4-FFF2-40B4-BE49-F238E27FC236}">
                  <a16:creationId xmlns:a16="http://schemas.microsoft.com/office/drawing/2014/main" id="{94B8C185-D085-951A-5373-A2260D8AE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86" y="204908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1" name="Oval 604">
              <a:extLst>
                <a:ext uri="{FF2B5EF4-FFF2-40B4-BE49-F238E27FC236}">
                  <a16:creationId xmlns:a16="http://schemas.microsoft.com/office/drawing/2014/main" id="{3A8275F4-24EF-5DD2-363D-B2FFCF107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18" y="276275"/>
              <a:ext cx="41981" cy="4408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2" name="Freeform 605">
              <a:extLst>
                <a:ext uri="{FF2B5EF4-FFF2-40B4-BE49-F238E27FC236}">
                  <a16:creationId xmlns:a16="http://schemas.microsoft.com/office/drawing/2014/main" id="{594A052D-44D7-653C-00CD-6B259D461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2" y="345544"/>
              <a:ext cx="48278" cy="48278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63" name="Freeform 606">
              <a:extLst>
                <a:ext uri="{FF2B5EF4-FFF2-40B4-BE49-F238E27FC236}">
                  <a16:creationId xmlns:a16="http://schemas.microsoft.com/office/drawing/2014/main" id="{34760906-2B79-8A96-E6A1-64E4A7474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4" y="416911"/>
              <a:ext cx="48278" cy="48278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32550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723900" y="1243260"/>
            <a:ext cx="7696200" cy="265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FC2C302-6FD7-F2CA-8342-7486531DA30C}"/>
              </a:ext>
            </a:extLst>
          </p:cNvPr>
          <p:cNvGrpSpPr/>
          <p:nvPr userDrawn="1"/>
        </p:nvGrpSpPr>
        <p:grpSpPr>
          <a:xfrm>
            <a:off x="7627495" y="3454776"/>
            <a:ext cx="2105344" cy="2105344"/>
            <a:chOff x="478444" y="466725"/>
            <a:chExt cx="1592263" cy="1592263"/>
          </a:xfrm>
          <a:solidFill>
            <a:schemeClr val="accent1"/>
          </a:solidFill>
        </p:grpSpPr>
        <p:grpSp>
          <p:nvGrpSpPr>
            <p:cNvPr id="3" name="Group 205">
              <a:extLst>
                <a:ext uri="{FF2B5EF4-FFF2-40B4-BE49-F238E27FC236}">
                  <a16:creationId xmlns:a16="http://schemas.microsoft.com/office/drawing/2014/main" id="{B34FED41-B69B-7C05-C86C-D2065B5B2A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0206" y="466725"/>
              <a:ext cx="1460501" cy="1460500"/>
              <a:chOff x="1166" y="294"/>
              <a:chExt cx="920" cy="920"/>
            </a:xfrm>
            <a:grpFill/>
          </p:grpSpPr>
          <p:sp>
            <p:nvSpPr>
              <p:cNvPr id="64" name="Freeform 5">
                <a:extLst>
                  <a:ext uri="{FF2B5EF4-FFF2-40B4-BE49-F238E27FC236}">
                    <a16:creationId xmlns:a16="http://schemas.microsoft.com/office/drawing/2014/main" id="{85BC1A81-819D-3A89-B8A7-422F949F0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6" y="2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5" name="Freeform 6">
                <a:extLst>
                  <a:ext uri="{FF2B5EF4-FFF2-40B4-BE49-F238E27FC236}">
                    <a16:creationId xmlns:a16="http://schemas.microsoft.com/office/drawing/2014/main" id="{4C508CD8-78A8-F969-EA18-3B4FABFE1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32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7" name="Freeform 7">
                <a:extLst>
                  <a:ext uri="{FF2B5EF4-FFF2-40B4-BE49-F238E27FC236}">
                    <a16:creationId xmlns:a16="http://schemas.microsoft.com/office/drawing/2014/main" id="{C5FB098F-90EE-FA8E-B14D-E2245E8701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4" y="36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8" name="Freeform 8">
                <a:extLst>
                  <a:ext uri="{FF2B5EF4-FFF2-40B4-BE49-F238E27FC236}">
                    <a16:creationId xmlns:a16="http://schemas.microsoft.com/office/drawing/2014/main" id="{C194CB60-7D66-C7CC-A8B1-35C370E26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8" y="3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9" name="Freeform 9">
                <a:extLst>
                  <a:ext uri="{FF2B5EF4-FFF2-40B4-BE49-F238E27FC236}">
                    <a16:creationId xmlns:a16="http://schemas.microsoft.com/office/drawing/2014/main" id="{75D78DED-2AE2-B502-32EE-EC206164E1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2" y="43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0" name="Freeform 10">
                <a:extLst>
                  <a:ext uri="{FF2B5EF4-FFF2-40B4-BE49-F238E27FC236}">
                    <a16:creationId xmlns:a16="http://schemas.microsoft.com/office/drawing/2014/main" id="{E2A29BFC-A2CF-3A20-A9A7-D9E37BF4B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46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1" name="Freeform 11">
                <a:extLst>
                  <a:ext uri="{FF2B5EF4-FFF2-40B4-BE49-F238E27FC236}">
                    <a16:creationId xmlns:a16="http://schemas.microsoft.com/office/drawing/2014/main" id="{AF003E2C-538D-4D6E-25D9-1D3B0EC523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0" y="4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2" name="Freeform 12">
                <a:extLst>
                  <a:ext uri="{FF2B5EF4-FFF2-40B4-BE49-F238E27FC236}">
                    <a16:creationId xmlns:a16="http://schemas.microsoft.com/office/drawing/2014/main" id="{54199ACD-8612-BF3F-0878-E74CCA896E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53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3" name="Freeform 13">
                <a:extLst>
                  <a:ext uri="{FF2B5EF4-FFF2-40B4-BE49-F238E27FC236}">
                    <a16:creationId xmlns:a16="http://schemas.microsoft.com/office/drawing/2014/main" id="{1DEE3C39-126E-EED6-71FB-AAF5BCDE5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9" y="566"/>
                <a:ext cx="22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4" name="Freeform 14">
                <a:extLst>
                  <a:ext uri="{FF2B5EF4-FFF2-40B4-BE49-F238E27FC236}">
                    <a16:creationId xmlns:a16="http://schemas.microsoft.com/office/drawing/2014/main" id="{E8C115DE-E1A6-57C7-17C3-D0048A136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3" y="6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5" name="Freeform 15">
                <a:extLst>
                  <a:ext uri="{FF2B5EF4-FFF2-40B4-BE49-F238E27FC236}">
                    <a16:creationId xmlns:a16="http://schemas.microsoft.com/office/drawing/2014/main" id="{F7272971-16B7-DCC0-7E3F-AA697784F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" y="63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6" name="Freeform 16">
                <a:extLst>
                  <a:ext uri="{FF2B5EF4-FFF2-40B4-BE49-F238E27FC236}">
                    <a16:creationId xmlns:a16="http://schemas.microsoft.com/office/drawing/2014/main" id="{B9CC586E-E801-AF69-304B-2AB5029B4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1" y="66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7" name="Freeform 17">
                <a:extLst>
                  <a:ext uri="{FF2B5EF4-FFF2-40B4-BE49-F238E27FC236}">
                    <a16:creationId xmlns:a16="http://schemas.microsoft.com/office/drawing/2014/main" id="{7A922282-5099-7E02-D6B0-437138A3D3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5" y="70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8" name="Freeform 18">
                <a:extLst>
                  <a:ext uri="{FF2B5EF4-FFF2-40B4-BE49-F238E27FC236}">
                    <a16:creationId xmlns:a16="http://schemas.microsoft.com/office/drawing/2014/main" id="{607D4A79-2EBF-0989-00B3-BAEDBEEDB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9" y="73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9" name="Freeform 19">
                <a:extLst>
                  <a:ext uri="{FF2B5EF4-FFF2-40B4-BE49-F238E27FC236}">
                    <a16:creationId xmlns:a16="http://schemas.microsoft.com/office/drawing/2014/main" id="{9A3DB772-E575-DE51-0EED-8D140067D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3" y="77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0" name="Freeform 20">
                <a:extLst>
                  <a:ext uri="{FF2B5EF4-FFF2-40B4-BE49-F238E27FC236}">
                    <a16:creationId xmlns:a16="http://schemas.microsoft.com/office/drawing/2014/main" id="{C69AEC93-A039-7DF2-B49C-E62D2641A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7" y="80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1" name="Freeform 21">
                <a:extLst>
                  <a:ext uri="{FF2B5EF4-FFF2-40B4-BE49-F238E27FC236}">
                    <a16:creationId xmlns:a16="http://schemas.microsoft.com/office/drawing/2014/main" id="{2DA8CFEE-324C-4BF2-0CD0-E764759AC0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1" y="839"/>
                <a:ext cx="23" cy="22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2" name="Freeform 22">
                <a:extLst>
                  <a:ext uri="{FF2B5EF4-FFF2-40B4-BE49-F238E27FC236}">
                    <a16:creationId xmlns:a16="http://schemas.microsoft.com/office/drawing/2014/main" id="{60FACAD6-A3F4-77F7-AD44-B20D5BFAE7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5" y="87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3" name="Freeform 23">
                <a:extLst>
                  <a:ext uri="{FF2B5EF4-FFF2-40B4-BE49-F238E27FC236}">
                    <a16:creationId xmlns:a16="http://schemas.microsoft.com/office/drawing/2014/main" id="{3DE1CEDA-EEEF-10A6-09B3-356BE03DD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9" y="9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4" name="Freeform 24">
                <a:extLst>
                  <a:ext uri="{FF2B5EF4-FFF2-40B4-BE49-F238E27FC236}">
                    <a16:creationId xmlns:a16="http://schemas.microsoft.com/office/drawing/2014/main" id="{BACF9667-F7C0-4602-5ACD-827DBCBC40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3" y="9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5" name="Freeform 25">
                <a:extLst>
                  <a:ext uri="{FF2B5EF4-FFF2-40B4-BE49-F238E27FC236}">
                    <a16:creationId xmlns:a16="http://schemas.microsoft.com/office/drawing/2014/main" id="{889BEA11-CE5E-DBC9-2FEF-FE3F7FF5B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8" y="32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6" name="Oval 26">
                <a:extLst>
                  <a:ext uri="{FF2B5EF4-FFF2-40B4-BE49-F238E27FC236}">
                    <a16:creationId xmlns:a16="http://schemas.microsoft.com/office/drawing/2014/main" id="{E4017A20-6A98-14A3-5BAA-AC5628727C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3" y="357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7" name="Oval 27">
                <a:extLst>
                  <a:ext uri="{FF2B5EF4-FFF2-40B4-BE49-F238E27FC236}">
                    <a16:creationId xmlns:a16="http://schemas.microsoft.com/office/drawing/2014/main" id="{AB7BE0E9-D968-18AC-C1C5-42E9B03383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8" y="391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8" name="Freeform 28">
                <a:extLst>
                  <a:ext uri="{FF2B5EF4-FFF2-40B4-BE49-F238E27FC236}">
                    <a16:creationId xmlns:a16="http://schemas.microsoft.com/office/drawing/2014/main" id="{AF7F621B-D147-8F3A-2DE5-E1FBBE169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1" y="424"/>
                <a:ext cx="22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9" name="Freeform 29">
                <a:extLst>
                  <a:ext uri="{FF2B5EF4-FFF2-40B4-BE49-F238E27FC236}">
                    <a16:creationId xmlns:a16="http://schemas.microsoft.com/office/drawing/2014/main" id="{FB3D5F39-3903-FD1A-2A8F-E42A715D3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45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0" name="Freeform 30">
                <a:extLst>
                  <a:ext uri="{FF2B5EF4-FFF2-40B4-BE49-F238E27FC236}">
                    <a16:creationId xmlns:a16="http://schemas.microsoft.com/office/drawing/2014/main" id="{CF1C67B0-9CCB-47E5-3287-9CC9230FC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4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1" name="Freeform 31">
                <a:extLst>
                  <a:ext uri="{FF2B5EF4-FFF2-40B4-BE49-F238E27FC236}">
                    <a16:creationId xmlns:a16="http://schemas.microsoft.com/office/drawing/2014/main" id="{69C87790-B6B3-9A15-A363-E9B5B1421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3" y="526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2" name="Freeform 32">
                <a:extLst>
                  <a:ext uri="{FF2B5EF4-FFF2-40B4-BE49-F238E27FC236}">
                    <a16:creationId xmlns:a16="http://schemas.microsoft.com/office/drawing/2014/main" id="{BCA0CBCB-0DF4-FB19-1BC2-B569D58FF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7" y="56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3" name="Freeform 33">
                <a:extLst>
                  <a:ext uri="{FF2B5EF4-FFF2-40B4-BE49-F238E27FC236}">
                    <a16:creationId xmlns:a16="http://schemas.microsoft.com/office/drawing/2014/main" id="{77E2DDBC-1E39-07A3-4502-9FACC514D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5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4" name="Freeform 34">
                <a:extLst>
                  <a:ext uri="{FF2B5EF4-FFF2-40B4-BE49-F238E27FC236}">
                    <a16:creationId xmlns:a16="http://schemas.microsoft.com/office/drawing/2014/main" id="{93385B0B-7D4F-1B83-AB61-110ABF1E00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" y="628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5" name="Freeform 35">
                <a:extLst>
                  <a:ext uri="{FF2B5EF4-FFF2-40B4-BE49-F238E27FC236}">
                    <a16:creationId xmlns:a16="http://schemas.microsoft.com/office/drawing/2014/main" id="{EC38651A-4F7E-7AE5-BB65-06A9EF357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9" y="66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6" name="Freeform 36">
                <a:extLst>
                  <a:ext uri="{FF2B5EF4-FFF2-40B4-BE49-F238E27FC236}">
                    <a16:creationId xmlns:a16="http://schemas.microsoft.com/office/drawing/2014/main" id="{CB7C2643-9422-22D1-A120-C3697E0BEF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3" y="6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7" name="Freeform 37">
                <a:extLst>
                  <a:ext uri="{FF2B5EF4-FFF2-40B4-BE49-F238E27FC236}">
                    <a16:creationId xmlns:a16="http://schemas.microsoft.com/office/drawing/2014/main" id="{70612471-20DB-D0C9-B742-327669626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730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8" name="Freeform 38">
                <a:extLst>
                  <a:ext uri="{FF2B5EF4-FFF2-40B4-BE49-F238E27FC236}">
                    <a16:creationId xmlns:a16="http://schemas.microsoft.com/office/drawing/2014/main" id="{19380760-B54D-AC0E-339F-FEFC9578D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1" y="76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9" name="Freeform 39">
                <a:extLst>
                  <a:ext uri="{FF2B5EF4-FFF2-40B4-BE49-F238E27FC236}">
                    <a16:creationId xmlns:a16="http://schemas.microsoft.com/office/drawing/2014/main" id="{09938DD5-E515-12E5-734C-79D614829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7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0" name="Freeform 40">
                <a:extLst>
                  <a:ext uri="{FF2B5EF4-FFF2-40B4-BE49-F238E27FC236}">
                    <a16:creationId xmlns:a16="http://schemas.microsoft.com/office/drawing/2014/main" id="{D37E6696-F247-7966-FFB6-43F733CAFE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9" y="83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1" name="Freeform 41">
                <a:extLst>
                  <a:ext uri="{FF2B5EF4-FFF2-40B4-BE49-F238E27FC236}">
                    <a16:creationId xmlns:a16="http://schemas.microsoft.com/office/drawing/2014/main" id="{5D822E1F-95BC-6994-EE4B-F401A865D0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3" y="86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2" name="Freeform 42">
                <a:extLst>
                  <a:ext uri="{FF2B5EF4-FFF2-40B4-BE49-F238E27FC236}">
                    <a16:creationId xmlns:a16="http://schemas.microsoft.com/office/drawing/2014/main" id="{24BC9D44-12D8-EF6C-2163-6ABF22743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7" y="9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3" name="Freeform 43">
                <a:extLst>
                  <a:ext uri="{FF2B5EF4-FFF2-40B4-BE49-F238E27FC236}">
                    <a16:creationId xmlns:a16="http://schemas.microsoft.com/office/drawing/2014/main" id="{B6A57EAE-AE35-9ADF-772B-AA6CFB9B1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1" y="934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4" name="Freeform 44">
                <a:extLst>
                  <a:ext uri="{FF2B5EF4-FFF2-40B4-BE49-F238E27FC236}">
                    <a16:creationId xmlns:a16="http://schemas.microsoft.com/office/drawing/2014/main" id="{F82233BD-E457-C23E-6FE0-85E03ABD01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" y="96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5" name="Freeform 45">
                <a:extLst>
                  <a:ext uri="{FF2B5EF4-FFF2-40B4-BE49-F238E27FC236}">
                    <a16:creationId xmlns:a16="http://schemas.microsoft.com/office/drawing/2014/main" id="{4B82122D-3934-05FC-3ACF-6AD385039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1" y="349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6" name="Freeform 46">
                <a:extLst>
                  <a:ext uri="{FF2B5EF4-FFF2-40B4-BE49-F238E27FC236}">
                    <a16:creationId xmlns:a16="http://schemas.microsoft.com/office/drawing/2014/main" id="{3217C5E5-C4EF-1476-A799-D7214F1CEC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5" y="38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7" name="Oval 47">
                <a:extLst>
                  <a:ext uri="{FF2B5EF4-FFF2-40B4-BE49-F238E27FC236}">
                    <a16:creationId xmlns:a16="http://schemas.microsoft.com/office/drawing/2014/main" id="{91289609-88B0-6F6E-B26C-4AC5725D5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0" y="41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8" name="Freeform 48">
                <a:extLst>
                  <a:ext uri="{FF2B5EF4-FFF2-40B4-BE49-F238E27FC236}">
                    <a16:creationId xmlns:a16="http://schemas.microsoft.com/office/drawing/2014/main" id="{3FC6DC77-93BE-E8D6-6194-8629B6FFB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451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9" name="Freeform 49">
                <a:extLst>
                  <a:ext uri="{FF2B5EF4-FFF2-40B4-BE49-F238E27FC236}">
                    <a16:creationId xmlns:a16="http://schemas.microsoft.com/office/drawing/2014/main" id="{181EC4A5-04A3-71CA-13DF-DB70987D4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7" y="486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0" name="Freeform 50">
                <a:extLst>
                  <a:ext uri="{FF2B5EF4-FFF2-40B4-BE49-F238E27FC236}">
                    <a16:creationId xmlns:a16="http://schemas.microsoft.com/office/drawing/2014/main" id="{52FC89F6-C882-B543-CB30-8C6E7F0C4C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1" y="5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1" name="Oval 51">
                <a:extLst>
                  <a:ext uri="{FF2B5EF4-FFF2-40B4-BE49-F238E27FC236}">
                    <a16:creationId xmlns:a16="http://schemas.microsoft.com/office/drawing/2014/main" id="{849A701D-9A2E-D8D9-0CBD-E8E455415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6" y="555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2" name="Freeform 52">
                <a:extLst>
                  <a:ext uri="{FF2B5EF4-FFF2-40B4-BE49-F238E27FC236}">
                    <a16:creationId xmlns:a16="http://schemas.microsoft.com/office/drawing/2014/main" id="{9798F68D-7240-BB44-18CC-EFCA71722F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9" y="5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3" name="Freeform 53">
                <a:extLst>
                  <a:ext uri="{FF2B5EF4-FFF2-40B4-BE49-F238E27FC236}">
                    <a16:creationId xmlns:a16="http://schemas.microsoft.com/office/drawing/2014/main" id="{15610DD7-DDCA-3C22-EFA8-0B009FECC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6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4" name="Freeform 54">
                <a:extLst>
                  <a:ext uri="{FF2B5EF4-FFF2-40B4-BE49-F238E27FC236}">
                    <a16:creationId xmlns:a16="http://schemas.microsoft.com/office/drawing/2014/main" id="{55822559-52AD-906B-7254-A65D9AA764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7" y="656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5" name="Freeform 55">
                <a:extLst>
                  <a:ext uri="{FF2B5EF4-FFF2-40B4-BE49-F238E27FC236}">
                    <a16:creationId xmlns:a16="http://schemas.microsoft.com/office/drawing/2014/main" id="{06960C31-5105-0821-C55D-C1529EC8F7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1" y="6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6" name="Freeform 56">
                <a:extLst>
                  <a:ext uri="{FF2B5EF4-FFF2-40B4-BE49-F238E27FC236}">
                    <a16:creationId xmlns:a16="http://schemas.microsoft.com/office/drawing/2014/main" id="{E54DB3DD-637B-0637-4842-90E5FA2B6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5" y="72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7" name="Freeform 57">
                <a:extLst>
                  <a:ext uri="{FF2B5EF4-FFF2-40B4-BE49-F238E27FC236}">
                    <a16:creationId xmlns:a16="http://schemas.microsoft.com/office/drawing/2014/main" id="{C817FA16-27D3-1110-2CEA-94CEDBAB6F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9" y="758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8" name="Freeform 58">
                <a:extLst>
                  <a:ext uri="{FF2B5EF4-FFF2-40B4-BE49-F238E27FC236}">
                    <a16:creationId xmlns:a16="http://schemas.microsoft.com/office/drawing/2014/main" id="{29E9D49A-DBA9-1B89-760E-98BCF70AAB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3" y="7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9" name="Freeform 59">
                <a:extLst>
                  <a:ext uri="{FF2B5EF4-FFF2-40B4-BE49-F238E27FC236}">
                    <a16:creationId xmlns:a16="http://schemas.microsoft.com/office/drawing/2014/main" id="{69801057-D0F3-347D-5776-134A71926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7" y="82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0" name="Freeform 60">
                <a:extLst>
                  <a:ext uri="{FF2B5EF4-FFF2-40B4-BE49-F238E27FC236}">
                    <a16:creationId xmlns:a16="http://schemas.microsoft.com/office/drawing/2014/main" id="{54CF00C0-409E-BFF2-A3B6-0178F1E96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1" y="860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1" name="Freeform 61">
                <a:extLst>
                  <a:ext uri="{FF2B5EF4-FFF2-40B4-BE49-F238E27FC236}">
                    <a16:creationId xmlns:a16="http://schemas.microsoft.com/office/drawing/2014/main" id="{3AE5D209-C175-3312-DB16-CB5A117B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5" y="8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2" name="Freeform 62">
                <a:extLst>
                  <a:ext uri="{FF2B5EF4-FFF2-40B4-BE49-F238E27FC236}">
                    <a16:creationId xmlns:a16="http://schemas.microsoft.com/office/drawing/2014/main" id="{7B55CE05-C84A-7092-56AE-D53D3516F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9" y="92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3" name="Freeform 63">
                <a:extLst>
                  <a:ext uri="{FF2B5EF4-FFF2-40B4-BE49-F238E27FC236}">
                    <a16:creationId xmlns:a16="http://schemas.microsoft.com/office/drawing/2014/main" id="{F137A6EE-CB70-9DEF-BBBE-5920AEBE29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" y="962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4" name="Freeform 64">
                <a:extLst>
                  <a:ext uri="{FF2B5EF4-FFF2-40B4-BE49-F238E27FC236}">
                    <a16:creationId xmlns:a16="http://schemas.microsoft.com/office/drawing/2014/main" id="{F2AB86C8-18C8-D083-25C0-499E197662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7" y="9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5" name="Freeform 65">
                <a:extLst>
                  <a:ext uri="{FF2B5EF4-FFF2-40B4-BE49-F238E27FC236}">
                    <a16:creationId xmlns:a16="http://schemas.microsoft.com/office/drawing/2014/main" id="{3283399D-0FBF-5E65-692A-6DD26852CE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3" y="37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6" name="Freeform 66">
                <a:extLst>
                  <a:ext uri="{FF2B5EF4-FFF2-40B4-BE49-F238E27FC236}">
                    <a16:creationId xmlns:a16="http://schemas.microsoft.com/office/drawing/2014/main" id="{28429C41-A73D-A5D0-0380-2FFA1B467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7" y="4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7" name="Freeform 67">
                <a:extLst>
                  <a:ext uri="{FF2B5EF4-FFF2-40B4-BE49-F238E27FC236}">
                    <a16:creationId xmlns:a16="http://schemas.microsoft.com/office/drawing/2014/main" id="{91ADF76F-13B8-DD93-FD59-CE02ED86A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1" y="445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8" name="Freeform 68">
                <a:extLst>
                  <a:ext uri="{FF2B5EF4-FFF2-40B4-BE49-F238E27FC236}">
                    <a16:creationId xmlns:a16="http://schemas.microsoft.com/office/drawing/2014/main" id="{F0F41298-D52E-3E02-6F88-025CADD79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5" y="47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9" name="Freeform 69">
                <a:extLst>
                  <a:ext uri="{FF2B5EF4-FFF2-40B4-BE49-F238E27FC236}">
                    <a16:creationId xmlns:a16="http://schemas.microsoft.com/office/drawing/2014/main" id="{1EED447C-EC62-7F84-B30E-4CDF313D0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9" y="51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0" name="Freeform 70">
                <a:extLst>
                  <a:ext uri="{FF2B5EF4-FFF2-40B4-BE49-F238E27FC236}">
                    <a16:creationId xmlns:a16="http://schemas.microsoft.com/office/drawing/2014/main" id="{B93475B9-2F32-3B9B-F0AF-4953713428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3" y="547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1" name="Freeform 71">
                <a:extLst>
                  <a:ext uri="{FF2B5EF4-FFF2-40B4-BE49-F238E27FC236}">
                    <a16:creationId xmlns:a16="http://schemas.microsoft.com/office/drawing/2014/main" id="{7BBE4AC6-084C-1133-ADEC-A795A21A1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7" y="58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2" name="Freeform 72">
                <a:extLst>
                  <a:ext uri="{FF2B5EF4-FFF2-40B4-BE49-F238E27FC236}">
                    <a16:creationId xmlns:a16="http://schemas.microsoft.com/office/drawing/2014/main" id="{D0E02C24-EA0A-20E2-CBCE-7DD37613A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615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3" name="Freeform 73">
                <a:extLst>
                  <a:ext uri="{FF2B5EF4-FFF2-40B4-BE49-F238E27FC236}">
                    <a16:creationId xmlns:a16="http://schemas.microsoft.com/office/drawing/2014/main" id="{7B93561E-5772-4823-71EF-6A98C7069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64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4" name="Freeform 74">
                <a:extLst>
                  <a:ext uri="{FF2B5EF4-FFF2-40B4-BE49-F238E27FC236}">
                    <a16:creationId xmlns:a16="http://schemas.microsoft.com/office/drawing/2014/main" id="{98DC8CFE-42DB-BDCF-E72F-65712228ED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9" y="684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5" name="Freeform 75">
                <a:extLst>
                  <a:ext uri="{FF2B5EF4-FFF2-40B4-BE49-F238E27FC236}">
                    <a16:creationId xmlns:a16="http://schemas.microsoft.com/office/drawing/2014/main" id="{D975F4D2-4D89-93F4-F9E2-7351FEDDC7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3" y="7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6" name="Freeform 76">
                <a:extLst>
                  <a:ext uri="{FF2B5EF4-FFF2-40B4-BE49-F238E27FC236}">
                    <a16:creationId xmlns:a16="http://schemas.microsoft.com/office/drawing/2014/main" id="{A1EB9A5E-F56B-FD2F-354A-2A7D04C46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7" y="7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7" name="Freeform 77">
                <a:extLst>
                  <a:ext uri="{FF2B5EF4-FFF2-40B4-BE49-F238E27FC236}">
                    <a16:creationId xmlns:a16="http://schemas.microsoft.com/office/drawing/2014/main" id="{C8DE69D6-6275-C7B6-EB1F-C8B94FF9CF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1" y="78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8" name="Freeform 78">
                <a:extLst>
                  <a:ext uri="{FF2B5EF4-FFF2-40B4-BE49-F238E27FC236}">
                    <a16:creationId xmlns:a16="http://schemas.microsoft.com/office/drawing/2014/main" id="{9FCB94E6-9106-A93E-1139-2A7633B14E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5" y="8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9" name="Freeform 79">
                <a:extLst>
                  <a:ext uri="{FF2B5EF4-FFF2-40B4-BE49-F238E27FC236}">
                    <a16:creationId xmlns:a16="http://schemas.microsoft.com/office/drawing/2014/main" id="{C8B59E8D-1D32-51EF-6745-640CAECBF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9" y="85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0" name="Freeform 80">
                <a:extLst>
                  <a:ext uri="{FF2B5EF4-FFF2-40B4-BE49-F238E27FC236}">
                    <a16:creationId xmlns:a16="http://schemas.microsoft.com/office/drawing/2014/main" id="{3CD6C3AF-B051-2A67-5EC1-BBFB6BB42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88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1" name="Freeform 81">
                <a:extLst>
                  <a:ext uri="{FF2B5EF4-FFF2-40B4-BE49-F238E27FC236}">
                    <a16:creationId xmlns:a16="http://schemas.microsoft.com/office/drawing/2014/main" id="{EE803497-E4BE-53D9-CDA7-D18D98A5B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8" y="92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2" name="Freeform 82">
                <a:extLst>
                  <a:ext uri="{FF2B5EF4-FFF2-40B4-BE49-F238E27FC236}">
                    <a16:creationId xmlns:a16="http://schemas.microsoft.com/office/drawing/2014/main" id="{741CC4FA-43E0-EA91-25F8-6A99A314F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95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3" name="Freeform 83">
                <a:extLst>
                  <a:ext uri="{FF2B5EF4-FFF2-40B4-BE49-F238E27FC236}">
                    <a16:creationId xmlns:a16="http://schemas.microsoft.com/office/drawing/2014/main" id="{7BB7607C-B589-6FD1-FE24-224B42B71A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6" y="9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4" name="Freeform 84">
                <a:extLst>
                  <a:ext uri="{FF2B5EF4-FFF2-40B4-BE49-F238E27FC236}">
                    <a16:creationId xmlns:a16="http://schemas.microsoft.com/office/drawing/2014/main" id="{B3D03997-9228-7CC1-F819-F426323D3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0" y="102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5" name="Freeform 85">
                <a:extLst>
                  <a:ext uri="{FF2B5EF4-FFF2-40B4-BE49-F238E27FC236}">
                    <a16:creationId xmlns:a16="http://schemas.microsoft.com/office/drawing/2014/main" id="{A13EE0D3-FF03-2CE4-C7B4-BAD860FA18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5" y="40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6" name="Freeform 86">
                <a:extLst>
                  <a:ext uri="{FF2B5EF4-FFF2-40B4-BE49-F238E27FC236}">
                    <a16:creationId xmlns:a16="http://schemas.microsoft.com/office/drawing/2014/main" id="{65875AE0-2256-7FE7-EFFD-43A110076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9" y="43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7" name="Freeform 87">
                <a:extLst>
                  <a:ext uri="{FF2B5EF4-FFF2-40B4-BE49-F238E27FC236}">
                    <a16:creationId xmlns:a16="http://schemas.microsoft.com/office/drawing/2014/main" id="{DDB2B306-C587-34DC-1FB5-B311BC0AE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3" y="473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8" name="Freeform 88">
                <a:extLst>
                  <a:ext uri="{FF2B5EF4-FFF2-40B4-BE49-F238E27FC236}">
                    <a16:creationId xmlns:a16="http://schemas.microsoft.com/office/drawing/2014/main" id="{91AB5188-7595-C576-2B47-EE1E3126C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7" y="5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9" name="Freeform 89">
                <a:extLst>
                  <a:ext uri="{FF2B5EF4-FFF2-40B4-BE49-F238E27FC236}">
                    <a16:creationId xmlns:a16="http://schemas.microsoft.com/office/drawing/2014/main" id="{A2F57FED-4B00-716E-D56C-921D84B843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1" y="5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0" name="Freeform 90">
                <a:extLst>
                  <a:ext uri="{FF2B5EF4-FFF2-40B4-BE49-F238E27FC236}">
                    <a16:creationId xmlns:a16="http://schemas.microsoft.com/office/drawing/2014/main" id="{E8F64724-6811-E743-5EC2-F0E0781E18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5" y="575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1" name="Freeform 91">
                <a:extLst>
                  <a:ext uri="{FF2B5EF4-FFF2-40B4-BE49-F238E27FC236}">
                    <a16:creationId xmlns:a16="http://schemas.microsoft.com/office/drawing/2014/main" id="{1445EBA3-A8F3-4199-5321-AE2FB06231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9" y="60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2" name="Freeform 92">
                <a:extLst>
                  <a:ext uri="{FF2B5EF4-FFF2-40B4-BE49-F238E27FC236}">
                    <a16:creationId xmlns:a16="http://schemas.microsoft.com/office/drawing/2014/main" id="{9358FE9A-0F54-44C8-2A04-382DC91A0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3" y="643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3" name="Freeform 93">
                <a:extLst>
                  <a:ext uri="{FF2B5EF4-FFF2-40B4-BE49-F238E27FC236}">
                    <a16:creationId xmlns:a16="http://schemas.microsoft.com/office/drawing/2014/main" id="{60967979-C82E-E08B-6C24-7FFD921F41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677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4" name="Freeform 94">
                <a:extLst>
                  <a:ext uri="{FF2B5EF4-FFF2-40B4-BE49-F238E27FC236}">
                    <a16:creationId xmlns:a16="http://schemas.microsoft.com/office/drawing/2014/main" id="{740C8BBA-F822-767C-DBF2-C9D5FCC8EC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1" y="71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5" name="Freeform 95">
                <a:extLst>
                  <a:ext uri="{FF2B5EF4-FFF2-40B4-BE49-F238E27FC236}">
                    <a16:creationId xmlns:a16="http://schemas.microsoft.com/office/drawing/2014/main" id="{9F4F726F-E742-F471-2D9D-20CB48A27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6" y="745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6" name="Freeform 96">
                <a:extLst>
                  <a:ext uri="{FF2B5EF4-FFF2-40B4-BE49-F238E27FC236}">
                    <a16:creationId xmlns:a16="http://schemas.microsoft.com/office/drawing/2014/main" id="{A6A552ED-FF9F-F2FC-2954-CC0B253070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77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7" name="Oval 97">
                <a:extLst>
                  <a:ext uri="{FF2B5EF4-FFF2-40B4-BE49-F238E27FC236}">
                    <a16:creationId xmlns:a16="http://schemas.microsoft.com/office/drawing/2014/main" id="{F22F91F3-C367-D813-F5C7-1EAFB844D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5" y="81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8" name="Oval 98">
                <a:extLst>
                  <a:ext uri="{FF2B5EF4-FFF2-40B4-BE49-F238E27FC236}">
                    <a16:creationId xmlns:a16="http://schemas.microsoft.com/office/drawing/2014/main" id="{E2A5C263-74A1-65BA-87C1-945C6EEFB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9" y="84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9" name="Freeform 99">
                <a:extLst>
                  <a:ext uri="{FF2B5EF4-FFF2-40B4-BE49-F238E27FC236}">
                    <a16:creationId xmlns:a16="http://schemas.microsoft.com/office/drawing/2014/main" id="{9E232439-5803-D30E-9B4A-11E5BCBEC1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2" y="882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0" name="Freeform 100">
                <a:extLst>
                  <a:ext uri="{FF2B5EF4-FFF2-40B4-BE49-F238E27FC236}">
                    <a16:creationId xmlns:a16="http://schemas.microsoft.com/office/drawing/2014/main" id="{DDC2D8F9-A56E-E924-5A84-048111CB5B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6" y="9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1" name="Freeform 101">
                <a:extLst>
                  <a:ext uri="{FF2B5EF4-FFF2-40B4-BE49-F238E27FC236}">
                    <a16:creationId xmlns:a16="http://schemas.microsoft.com/office/drawing/2014/main" id="{F67BB6E9-0981-B086-1C48-5F2E8FFB4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0" y="95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2" name="Freeform 102">
                <a:extLst>
                  <a:ext uri="{FF2B5EF4-FFF2-40B4-BE49-F238E27FC236}">
                    <a16:creationId xmlns:a16="http://schemas.microsoft.com/office/drawing/2014/main" id="{A3296AD7-50AA-5D08-801E-C55EF02EDE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4" y="98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3" name="Freeform 103">
                <a:extLst>
                  <a:ext uri="{FF2B5EF4-FFF2-40B4-BE49-F238E27FC236}">
                    <a16:creationId xmlns:a16="http://schemas.microsoft.com/office/drawing/2014/main" id="{2A5DD321-C3C8-D231-D7F7-F8A5E73AA3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8" y="10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4" name="Freeform 104">
                <a:extLst>
                  <a:ext uri="{FF2B5EF4-FFF2-40B4-BE49-F238E27FC236}">
                    <a16:creationId xmlns:a16="http://schemas.microsoft.com/office/drawing/2014/main" id="{0B2B17D8-C65C-ACC5-E268-6981860D5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0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5" name="Freeform 105">
                <a:extLst>
                  <a:ext uri="{FF2B5EF4-FFF2-40B4-BE49-F238E27FC236}">
                    <a16:creationId xmlns:a16="http://schemas.microsoft.com/office/drawing/2014/main" id="{D22B05B1-34AD-150D-E08F-7C11D92587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7" y="43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6" name="Freeform 106">
                <a:extLst>
                  <a:ext uri="{FF2B5EF4-FFF2-40B4-BE49-F238E27FC236}">
                    <a16:creationId xmlns:a16="http://schemas.microsoft.com/office/drawing/2014/main" id="{7A156830-5FA2-B72E-9870-7A41F483B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1" y="467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7" name="Freeform 107">
                <a:extLst>
                  <a:ext uri="{FF2B5EF4-FFF2-40B4-BE49-F238E27FC236}">
                    <a16:creationId xmlns:a16="http://schemas.microsoft.com/office/drawing/2014/main" id="{A6BDBAB0-B9A3-DC97-AC12-5A195CD4E2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5" y="50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8" name="Oval 108">
                <a:extLst>
                  <a:ext uri="{FF2B5EF4-FFF2-40B4-BE49-F238E27FC236}">
                    <a16:creationId xmlns:a16="http://schemas.microsoft.com/office/drawing/2014/main" id="{B4575A31-3E16-89FF-E1FE-A2F2D5B761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" y="5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9" name="Oval 109">
                <a:extLst>
                  <a:ext uri="{FF2B5EF4-FFF2-40B4-BE49-F238E27FC236}">
                    <a16:creationId xmlns:a16="http://schemas.microsoft.com/office/drawing/2014/main" id="{FFE63A9F-6451-ACA6-B73A-CAF462BC0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5" y="570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0" name="Freeform 110">
                <a:extLst>
                  <a:ext uri="{FF2B5EF4-FFF2-40B4-BE49-F238E27FC236}">
                    <a16:creationId xmlns:a16="http://schemas.microsoft.com/office/drawing/2014/main" id="{D2F131C3-42B1-3270-4B2E-315CD7C32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8" y="60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1" name="Freeform 111">
                <a:extLst>
                  <a:ext uri="{FF2B5EF4-FFF2-40B4-BE49-F238E27FC236}">
                    <a16:creationId xmlns:a16="http://schemas.microsoft.com/office/drawing/2014/main" id="{B9D799B9-BD4F-7705-6804-484CA02369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2" y="6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2" name="Oval 112">
                <a:extLst>
                  <a:ext uri="{FF2B5EF4-FFF2-40B4-BE49-F238E27FC236}">
                    <a16:creationId xmlns:a16="http://schemas.microsoft.com/office/drawing/2014/main" id="{EE27442A-27CC-BD0B-6447-3A68E7A05B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7" y="6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3" name="Oval 113">
                <a:extLst>
                  <a:ext uri="{FF2B5EF4-FFF2-40B4-BE49-F238E27FC236}">
                    <a16:creationId xmlns:a16="http://schemas.microsoft.com/office/drawing/2014/main" id="{F3704F24-2E1F-163C-E6DE-155D93A79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1" y="7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4" name="Freeform 114">
                <a:extLst>
                  <a:ext uri="{FF2B5EF4-FFF2-40B4-BE49-F238E27FC236}">
                    <a16:creationId xmlns:a16="http://schemas.microsoft.com/office/drawing/2014/main" id="{D0E0B3B0-5150-B689-37C5-F27A587365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7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5" name="Freeform 115">
                <a:extLst>
                  <a:ext uri="{FF2B5EF4-FFF2-40B4-BE49-F238E27FC236}">
                    <a16:creationId xmlns:a16="http://schemas.microsoft.com/office/drawing/2014/main" id="{27E5C481-7F35-8DBB-5727-BF47D5E7A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77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6" name="Oval 116">
                <a:extLst>
                  <a:ext uri="{FF2B5EF4-FFF2-40B4-BE49-F238E27FC236}">
                    <a16:creationId xmlns:a16="http://schemas.microsoft.com/office/drawing/2014/main" id="{BDF8FE92-1FB4-DE23-55E2-0BFD2AE2D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8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7" name="Oval 117">
                <a:extLst>
                  <a:ext uri="{FF2B5EF4-FFF2-40B4-BE49-F238E27FC236}">
                    <a16:creationId xmlns:a16="http://schemas.microsoft.com/office/drawing/2014/main" id="{6154A4F9-B7DC-23AA-7866-2021B4EA6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84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8" name="Freeform 118">
                <a:extLst>
                  <a:ext uri="{FF2B5EF4-FFF2-40B4-BE49-F238E27FC236}">
                    <a16:creationId xmlns:a16="http://schemas.microsoft.com/office/drawing/2014/main" id="{EE5AA518-BB0B-627E-F2BC-8B34B5582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0" y="87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9" name="Freeform 119">
                <a:extLst>
                  <a:ext uri="{FF2B5EF4-FFF2-40B4-BE49-F238E27FC236}">
                    <a16:creationId xmlns:a16="http://schemas.microsoft.com/office/drawing/2014/main" id="{A9E13471-6766-F938-E714-BFA762291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90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0" name="Oval 120">
                <a:extLst>
                  <a:ext uri="{FF2B5EF4-FFF2-40B4-BE49-F238E27FC236}">
                    <a16:creationId xmlns:a16="http://schemas.microsoft.com/office/drawing/2014/main" id="{BFD956DC-5F2B-8183-D33B-466B9984B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9" y="94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1" name="Oval 121">
                <a:extLst>
                  <a:ext uri="{FF2B5EF4-FFF2-40B4-BE49-F238E27FC236}">
                    <a16:creationId xmlns:a16="http://schemas.microsoft.com/office/drawing/2014/main" id="{87E156BB-E2FB-1B13-45C2-11DB91DAD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3" y="97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2" name="Freeform 122">
                <a:extLst>
                  <a:ext uri="{FF2B5EF4-FFF2-40B4-BE49-F238E27FC236}">
                    <a16:creationId xmlns:a16="http://schemas.microsoft.com/office/drawing/2014/main" id="{F1203106-2D57-0044-C738-CE104206F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6" y="10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3" name="Freeform 123">
                <a:extLst>
                  <a:ext uri="{FF2B5EF4-FFF2-40B4-BE49-F238E27FC236}">
                    <a16:creationId xmlns:a16="http://schemas.microsoft.com/office/drawing/2014/main" id="{E4AE5F98-371F-1668-39B9-72DB43CE7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104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4" name="Freeform 124">
                <a:extLst>
                  <a:ext uri="{FF2B5EF4-FFF2-40B4-BE49-F238E27FC236}">
                    <a16:creationId xmlns:a16="http://schemas.microsoft.com/office/drawing/2014/main" id="{BB93E677-96E4-209F-4DE2-119C6E4568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" y="1080"/>
                <a:ext cx="23" cy="22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5" name="Freeform 125">
                <a:extLst>
                  <a:ext uri="{FF2B5EF4-FFF2-40B4-BE49-F238E27FC236}">
                    <a16:creationId xmlns:a16="http://schemas.microsoft.com/office/drawing/2014/main" id="{6DA54AE1-C076-4408-117C-EC8D7FC7FB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0" y="460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6" name="Freeform 126">
                <a:extLst>
                  <a:ext uri="{FF2B5EF4-FFF2-40B4-BE49-F238E27FC236}">
                    <a16:creationId xmlns:a16="http://schemas.microsoft.com/office/drawing/2014/main" id="{8F8F7400-EBCD-AD19-021B-BFE1D5EDF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4" y="4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7" name="Freeform 127">
                <a:extLst>
                  <a:ext uri="{FF2B5EF4-FFF2-40B4-BE49-F238E27FC236}">
                    <a16:creationId xmlns:a16="http://schemas.microsoft.com/office/drawing/2014/main" id="{399A478D-49B4-6248-E769-EA754725CB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529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8" name="Freeform 128">
                <a:extLst>
                  <a:ext uri="{FF2B5EF4-FFF2-40B4-BE49-F238E27FC236}">
                    <a16:creationId xmlns:a16="http://schemas.microsoft.com/office/drawing/2014/main" id="{16645710-776B-A948-2750-5968874B6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56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9" name="Freeform 129">
                <a:extLst>
                  <a:ext uri="{FF2B5EF4-FFF2-40B4-BE49-F238E27FC236}">
                    <a16:creationId xmlns:a16="http://schemas.microsoft.com/office/drawing/2014/main" id="{2824D9CD-63C2-6C7E-A9B5-6A0D571CFF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6" y="5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0" name="Freeform 130">
                <a:extLst>
                  <a:ext uri="{FF2B5EF4-FFF2-40B4-BE49-F238E27FC236}">
                    <a16:creationId xmlns:a16="http://schemas.microsoft.com/office/drawing/2014/main" id="{8C8398DD-8FFE-96DE-D4C0-403933C371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63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1" name="Freeform 131">
                <a:extLst>
                  <a:ext uri="{FF2B5EF4-FFF2-40B4-BE49-F238E27FC236}">
                    <a16:creationId xmlns:a16="http://schemas.microsoft.com/office/drawing/2014/main" id="{083E4A66-EEA9-13BB-30A1-5EE6F7F193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4" y="665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2" name="Oval 132">
                <a:extLst>
                  <a:ext uri="{FF2B5EF4-FFF2-40B4-BE49-F238E27FC236}">
                    <a16:creationId xmlns:a16="http://schemas.microsoft.com/office/drawing/2014/main" id="{9940A060-9666-F871-2950-9A043E34C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7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3" name="Oval 133">
                <a:extLst>
                  <a:ext uri="{FF2B5EF4-FFF2-40B4-BE49-F238E27FC236}">
                    <a16:creationId xmlns:a16="http://schemas.microsoft.com/office/drawing/2014/main" id="{AE566579-6028-1014-AAE3-1AD040BDC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3" y="7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4" name="Freeform 134">
                <a:extLst>
                  <a:ext uri="{FF2B5EF4-FFF2-40B4-BE49-F238E27FC236}">
                    <a16:creationId xmlns:a16="http://schemas.microsoft.com/office/drawing/2014/main" id="{468A9B85-E61C-7449-CC89-383DEE22C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6" y="767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5" name="Freeform 135">
                <a:extLst>
                  <a:ext uri="{FF2B5EF4-FFF2-40B4-BE49-F238E27FC236}">
                    <a16:creationId xmlns:a16="http://schemas.microsoft.com/office/drawing/2014/main" id="{A325DF5D-7171-0A75-6335-0EB5DD220D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80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6" name="Oval 136">
                <a:extLst>
                  <a:ext uri="{FF2B5EF4-FFF2-40B4-BE49-F238E27FC236}">
                    <a16:creationId xmlns:a16="http://schemas.microsoft.com/office/drawing/2014/main" id="{9B5C6A63-9251-95C8-F01A-97197BFE8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5" y="8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7" name="Oval 137">
                <a:extLst>
                  <a:ext uri="{FF2B5EF4-FFF2-40B4-BE49-F238E27FC236}">
                    <a16:creationId xmlns:a16="http://schemas.microsoft.com/office/drawing/2014/main" id="{8CD67141-17C5-10CF-7C86-9CA930B7B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9" y="87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8" name="Freeform 138">
                <a:extLst>
                  <a:ext uri="{FF2B5EF4-FFF2-40B4-BE49-F238E27FC236}">
                    <a16:creationId xmlns:a16="http://schemas.microsoft.com/office/drawing/2014/main" id="{759C0F74-558A-E7D6-5FAE-8451F962F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2" y="90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9" name="Freeform 139">
                <a:extLst>
                  <a:ext uri="{FF2B5EF4-FFF2-40B4-BE49-F238E27FC236}">
                    <a16:creationId xmlns:a16="http://schemas.microsoft.com/office/drawing/2014/main" id="{04DE8B00-9CFD-A6CB-70E3-6940EE9D1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6" y="9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0" name="Oval 140">
                <a:extLst>
                  <a:ext uri="{FF2B5EF4-FFF2-40B4-BE49-F238E27FC236}">
                    <a16:creationId xmlns:a16="http://schemas.microsoft.com/office/drawing/2014/main" id="{7E60268F-EB25-C60E-30AB-B80BE75AD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1" y="9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1" name="Oval 141">
                <a:extLst>
                  <a:ext uri="{FF2B5EF4-FFF2-40B4-BE49-F238E27FC236}">
                    <a16:creationId xmlns:a16="http://schemas.microsoft.com/office/drawing/2014/main" id="{45F743B5-B9CA-9BA9-E286-154B8019D1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5" y="10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2" name="Freeform 142">
                <a:extLst>
                  <a:ext uri="{FF2B5EF4-FFF2-40B4-BE49-F238E27FC236}">
                    <a16:creationId xmlns:a16="http://schemas.microsoft.com/office/drawing/2014/main" id="{D03FA311-E9FE-8734-CA1F-D42079CCA0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8" y="10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3" name="Freeform 143">
                <a:extLst>
                  <a:ext uri="{FF2B5EF4-FFF2-40B4-BE49-F238E27FC236}">
                    <a16:creationId xmlns:a16="http://schemas.microsoft.com/office/drawing/2014/main" id="{2AF3704B-B1FE-125A-CBC8-7CBEACFF9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" y="107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4" name="Oval 144">
                <a:extLst>
                  <a:ext uri="{FF2B5EF4-FFF2-40B4-BE49-F238E27FC236}">
                    <a16:creationId xmlns:a16="http://schemas.microsoft.com/office/drawing/2014/main" id="{C457A8EA-6441-32CF-8099-2513D6B422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7" y="11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5" name="Freeform 145">
                <a:extLst>
                  <a:ext uri="{FF2B5EF4-FFF2-40B4-BE49-F238E27FC236}">
                    <a16:creationId xmlns:a16="http://schemas.microsoft.com/office/drawing/2014/main" id="{7AC0980D-D6FB-BCAC-EC88-CB79E4A3B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2" y="4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6" name="Freeform 146">
                <a:extLst>
                  <a:ext uri="{FF2B5EF4-FFF2-40B4-BE49-F238E27FC236}">
                    <a16:creationId xmlns:a16="http://schemas.microsoft.com/office/drawing/2014/main" id="{F880DB4A-367F-9A37-ACEB-A4FC35D487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" y="522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7" name="Freeform 147">
                <a:extLst>
                  <a:ext uri="{FF2B5EF4-FFF2-40B4-BE49-F238E27FC236}">
                    <a16:creationId xmlns:a16="http://schemas.microsoft.com/office/drawing/2014/main" id="{EB9673A7-1C0C-14CD-B772-894F5236C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0" y="55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8" name="Freeform 148">
                <a:extLst>
                  <a:ext uri="{FF2B5EF4-FFF2-40B4-BE49-F238E27FC236}">
                    <a16:creationId xmlns:a16="http://schemas.microsoft.com/office/drawing/2014/main" id="{1C53A421-85BE-7C6C-9B62-00DB63060C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4" y="5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9" name="Freeform 149">
                <a:extLst>
                  <a:ext uri="{FF2B5EF4-FFF2-40B4-BE49-F238E27FC236}">
                    <a16:creationId xmlns:a16="http://schemas.microsoft.com/office/drawing/2014/main" id="{C2317B2E-4392-B021-96ED-BF1F44455A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8" y="62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0" name="Freeform 150">
                <a:extLst>
                  <a:ext uri="{FF2B5EF4-FFF2-40B4-BE49-F238E27FC236}">
                    <a16:creationId xmlns:a16="http://schemas.microsoft.com/office/drawing/2014/main" id="{EF460555-2483-AE7F-C66E-AC73C3708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65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1" name="Freeform 151">
                <a:extLst>
                  <a:ext uri="{FF2B5EF4-FFF2-40B4-BE49-F238E27FC236}">
                    <a16:creationId xmlns:a16="http://schemas.microsoft.com/office/drawing/2014/main" id="{237533F5-B251-863E-9EA7-5124C360A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6" y="692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2" name="Freeform 152">
                <a:extLst>
                  <a:ext uri="{FF2B5EF4-FFF2-40B4-BE49-F238E27FC236}">
                    <a16:creationId xmlns:a16="http://schemas.microsoft.com/office/drawing/2014/main" id="{F673FBE6-9AF3-B0BD-06DD-64BED7F83B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727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3" name="Freeform 153">
                <a:extLst>
                  <a:ext uri="{FF2B5EF4-FFF2-40B4-BE49-F238E27FC236}">
                    <a16:creationId xmlns:a16="http://schemas.microsoft.com/office/drawing/2014/main" id="{E86449BC-5054-7E63-8C34-CEC75F7A31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4" y="76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4" name="Freeform 154">
                <a:extLst>
                  <a:ext uri="{FF2B5EF4-FFF2-40B4-BE49-F238E27FC236}">
                    <a16:creationId xmlns:a16="http://schemas.microsoft.com/office/drawing/2014/main" id="{90CDC2BA-68EA-0601-77F6-D2B65E4B14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8" y="79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5" name="Freeform 155">
                <a:extLst>
                  <a:ext uri="{FF2B5EF4-FFF2-40B4-BE49-F238E27FC236}">
                    <a16:creationId xmlns:a16="http://schemas.microsoft.com/office/drawing/2014/main" id="{F21FBB5A-81E1-41B1-6728-92EF6D823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2" y="82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6" name="Oval 156">
                <a:extLst>
                  <a:ext uri="{FF2B5EF4-FFF2-40B4-BE49-F238E27FC236}">
                    <a16:creationId xmlns:a16="http://schemas.microsoft.com/office/drawing/2014/main" id="{E3B30BDA-FEA9-57AE-E55F-4032D32D5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7" y="86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7" name="Freeform 157">
                <a:extLst>
                  <a:ext uri="{FF2B5EF4-FFF2-40B4-BE49-F238E27FC236}">
                    <a16:creationId xmlns:a16="http://schemas.microsoft.com/office/drawing/2014/main" id="{B8AEE797-ACAA-CC15-8583-F7CBB271A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0" y="8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8" name="Freeform 158">
                <a:extLst>
                  <a:ext uri="{FF2B5EF4-FFF2-40B4-BE49-F238E27FC236}">
                    <a16:creationId xmlns:a16="http://schemas.microsoft.com/office/drawing/2014/main" id="{60E91EE1-8D35-62E8-2CFB-19B0F2DE0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4" y="931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9" name="Freeform 159">
                <a:extLst>
                  <a:ext uri="{FF2B5EF4-FFF2-40B4-BE49-F238E27FC236}">
                    <a16:creationId xmlns:a16="http://schemas.microsoft.com/office/drawing/2014/main" id="{8834F20B-B312-947A-E1C5-AD702CEC1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8" y="96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0" name="Oval 160">
                <a:extLst>
                  <a:ext uri="{FF2B5EF4-FFF2-40B4-BE49-F238E27FC236}">
                    <a16:creationId xmlns:a16="http://schemas.microsoft.com/office/drawing/2014/main" id="{F8AF4E61-9171-549F-BD01-9DE0BC5F45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0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1" name="Oval 161">
                <a:extLst>
                  <a:ext uri="{FF2B5EF4-FFF2-40B4-BE49-F238E27FC236}">
                    <a16:creationId xmlns:a16="http://schemas.microsoft.com/office/drawing/2014/main" id="{A5F91132-F45B-D4A0-46B4-2D7EE262B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10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2" name="Freeform 162">
                <a:extLst>
                  <a:ext uri="{FF2B5EF4-FFF2-40B4-BE49-F238E27FC236}">
                    <a16:creationId xmlns:a16="http://schemas.microsoft.com/office/drawing/2014/main" id="{ED2F311B-8466-88AC-6ACE-B61655830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1067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3" name="Freeform 163">
                <a:extLst>
                  <a:ext uri="{FF2B5EF4-FFF2-40B4-BE49-F238E27FC236}">
                    <a16:creationId xmlns:a16="http://schemas.microsoft.com/office/drawing/2014/main" id="{031ABDE7-4DB6-14CF-2E15-716A2FF9FE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5" y="1101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4" name="Oval 164">
                <a:extLst>
                  <a:ext uri="{FF2B5EF4-FFF2-40B4-BE49-F238E27FC236}">
                    <a16:creationId xmlns:a16="http://schemas.microsoft.com/office/drawing/2014/main" id="{A8B789A7-3EBF-7A83-8203-7B3AD9D414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0" y="11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5" name="Freeform 165">
                <a:extLst>
                  <a:ext uri="{FF2B5EF4-FFF2-40B4-BE49-F238E27FC236}">
                    <a16:creationId xmlns:a16="http://schemas.microsoft.com/office/drawing/2014/main" id="{00C13935-50B7-61DE-AD48-FBD9E98C7B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4" y="5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6" name="Freeform 166">
                <a:extLst>
                  <a:ext uri="{FF2B5EF4-FFF2-40B4-BE49-F238E27FC236}">
                    <a16:creationId xmlns:a16="http://schemas.microsoft.com/office/drawing/2014/main" id="{14AAF26E-BC8C-B19E-8A9C-CE213CD2E4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55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7" name="Freeform 167">
                <a:extLst>
                  <a:ext uri="{FF2B5EF4-FFF2-40B4-BE49-F238E27FC236}">
                    <a16:creationId xmlns:a16="http://schemas.microsoft.com/office/drawing/2014/main" id="{3D0E4A11-7249-07B3-46A2-D1762A5741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2" y="584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8" name="Freeform 168">
                <a:extLst>
                  <a:ext uri="{FF2B5EF4-FFF2-40B4-BE49-F238E27FC236}">
                    <a16:creationId xmlns:a16="http://schemas.microsoft.com/office/drawing/2014/main" id="{265918C9-57C1-D431-8743-19632C200A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6" y="6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9" name="Freeform 169">
                <a:extLst>
                  <a:ext uri="{FF2B5EF4-FFF2-40B4-BE49-F238E27FC236}">
                    <a16:creationId xmlns:a16="http://schemas.microsoft.com/office/drawing/2014/main" id="{A16B276D-EC2C-BF99-AE9E-86BCBF442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0" y="65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0" name="Freeform 170">
                <a:extLst>
                  <a:ext uri="{FF2B5EF4-FFF2-40B4-BE49-F238E27FC236}">
                    <a16:creationId xmlns:a16="http://schemas.microsoft.com/office/drawing/2014/main" id="{7FF35752-BDDF-2A67-C2C8-0A2A764DA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4" y="686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1" name="Freeform 171">
                <a:extLst>
                  <a:ext uri="{FF2B5EF4-FFF2-40B4-BE49-F238E27FC236}">
                    <a16:creationId xmlns:a16="http://schemas.microsoft.com/office/drawing/2014/main" id="{FF425517-BA71-C9BD-5A71-9DF1F04A8B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8" y="7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2" name="Freeform 172">
                <a:extLst>
                  <a:ext uri="{FF2B5EF4-FFF2-40B4-BE49-F238E27FC236}">
                    <a16:creationId xmlns:a16="http://schemas.microsoft.com/office/drawing/2014/main" id="{8BCB38A8-52DC-ECE2-4DA9-EE0D814EC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2" y="75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3" name="Freeform 173">
                <a:extLst>
                  <a:ext uri="{FF2B5EF4-FFF2-40B4-BE49-F238E27FC236}">
                    <a16:creationId xmlns:a16="http://schemas.microsoft.com/office/drawing/2014/main" id="{1F41B4F3-5297-1A64-6A4E-6777EFD074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6" y="7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4" name="Freeform 174">
                <a:extLst>
                  <a:ext uri="{FF2B5EF4-FFF2-40B4-BE49-F238E27FC236}">
                    <a16:creationId xmlns:a16="http://schemas.microsoft.com/office/drawing/2014/main" id="{DFECE963-C613-A101-E16D-22125C577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0" y="8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5" name="Freeform 175">
                <a:extLst>
                  <a:ext uri="{FF2B5EF4-FFF2-40B4-BE49-F238E27FC236}">
                    <a16:creationId xmlns:a16="http://schemas.microsoft.com/office/drawing/2014/main" id="{8D6FA8E6-EBA5-20F9-6472-03DCEF4E25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85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6" name="Freeform 176">
                <a:extLst>
                  <a:ext uri="{FF2B5EF4-FFF2-40B4-BE49-F238E27FC236}">
                    <a16:creationId xmlns:a16="http://schemas.microsoft.com/office/drawing/2014/main" id="{BB161C92-BBF3-937E-AA44-538F8855C5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8" y="89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7" name="Freeform 177">
                <a:extLst>
                  <a:ext uri="{FF2B5EF4-FFF2-40B4-BE49-F238E27FC236}">
                    <a16:creationId xmlns:a16="http://schemas.microsoft.com/office/drawing/2014/main" id="{AB353357-5D80-A00C-A76C-2890C180C7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925"/>
                <a:ext cx="22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8" name="Freeform 178">
                <a:extLst>
                  <a:ext uri="{FF2B5EF4-FFF2-40B4-BE49-F238E27FC236}">
                    <a16:creationId xmlns:a16="http://schemas.microsoft.com/office/drawing/2014/main" id="{831CD2DD-9D12-041E-25BA-EA83EB84C7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7" y="95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9" name="Freeform 179">
                <a:extLst>
                  <a:ext uri="{FF2B5EF4-FFF2-40B4-BE49-F238E27FC236}">
                    <a16:creationId xmlns:a16="http://schemas.microsoft.com/office/drawing/2014/main" id="{6BB317B7-B840-B2C4-8FB2-4DF0CEE9D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1" y="99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0" name="Freeform 180">
                <a:extLst>
                  <a:ext uri="{FF2B5EF4-FFF2-40B4-BE49-F238E27FC236}">
                    <a16:creationId xmlns:a16="http://schemas.microsoft.com/office/drawing/2014/main" id="{139B0C1A-EF4E-C3C7-553D-A7CD10526D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5" y="102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1" name="Freeform 181">
                <a:extLst>
                  <a:ext uri="{FF2B5EF4-FFF2-40B4-BE49-F238E27FC236}">
                    <a16:creationId xmlns:a16="http://schemas.microsoft.com/office/drawing/2014/main" id="{A5F6E7AF-359B-E65C-1D21-827C78746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" y="106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2" name="Freeform 182">
                <a:extLst>
                  <a:ext uri="{FF2B5EF4-FFF2-40B4-BE49-F238E27FC236}">
                    <a16:creationId xmlns:a16="http://schemas.microsoft.com/office/drawing/2014/main" id="{9C866953-6272-A32A-F101-C328B82D6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3" y="109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3" name="Freeform 183">
                <a:extLst>
                  <a:ext uri="{FF2B5EF4-FFF2-40B4-BE49-F238E27FC236}">
                    <a16:creationId xmlns:a16="http://schemas.microsoft.com/office/drawing/2014/main" id="{320B12BE-7027-4728-8586-D8C111000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7" y="112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4" name="Freeform 184">
                <a:extLst>
                  <a:ext uri="{FF2B5EF4-FFF2-40B4-BE49-F238E27FC236}">
                    <a16:creationId xmlns:a16="http://schemas.microsoft.com/office/drawing/2014/main" id="{E6FA6EA0-7771-87A5-7714-7E824CF6A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1" y="116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5" name="Freeform 185">
                <a:extLst>
                  <a:ext uri="{FF2B5EF4-FFF2-40B4-BE49-F238E27FC236}">
                    <a16:creationId xmlns:a16="http://schemas.microsoft.com/office/drawing/2014/main" id="{C4681507-8DA6-4251-ECF9-0F569F053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6" y="54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6" name="Freeform 186">
                <a:extLst>
                  <a:ext uri="{FF2B5EF4-FFF2-40B4-BE49-F238E27FC236}">
                    <a16:creationId xmlns:a16="http://schemas.microsoft.com/office/drawing/2014/main" id="{D00FA4E6-A961-AB36-7657-072366FFD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57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7" name="Freeform 187">
                <a:extLst>
                  <a:ext uri="{FF2B5EF4-FFF2-40B4-BE49-F238E27FC236}">
                    <a16:creationId xmlns:a16="http://schemas.microsoft.com/office/drawing/2014/main" id="{AB9F7D88-A74F-2B73-49A3-149F89D5B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4" y="61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8" name="Freeform 188">
                <a:extLst>
                  <a:ext uri="{FF2B5EF4-FFF2-40B4-BE49-F238E27FC236}">
                    <a16:creationId xmlns:a16="http://schemas.microsoft.com/office/drawing/2014/main" id="{BBB55439-3C00-2E6C-0564-B0144053F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8" y="64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9" name="Freeform 189">
                <a:extLst>
                  <a:ext uri="{FF2B5EF4-FFF2-40B4-BE49-F238E27FC236}">
                    <a16:creationId xmlns:a16="http://schemas.microsoft.com/office/drawing/2014/main" id="{31F3F33A-82ED-059C-97EE-FC2218AEAC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2" y="68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0" name="Freeform 190">
                <a:extLst>
                  <a:ext uri="{FF2B5EF4-FFF2-40B4-BE49-F238E27FC236}">
                    <a16:creationId xmlns:a16="http://schemas.microsoft.com/office/drawing/2014/main" id="{D616FD85-6294-E995-8D0E-73BCD8DAC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6" y="71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1" name="Freeform 191">
                <a:extLst>
                  <a:ext uri="{FF2B5EF4-FFF2-40B4-BE49-F238E27FC236}">
                    <a16:creationId xmlns:a16="http://schemas.microsoft.com/office/drawing/2014/main" id="{2A6D1D85-3A81-522D-B97F-16D5452FB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1" y="74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2" name="Freeform 192">
                <a:extLst>
                  <a:ext uri="{FF2B5EF4-FFF2-40B4-BE49-F238E27FC236}">
                    <a16:creationId xmlns:a16="http://schemas.microsoft.com/office/drawing/2014/main" id="{3DCD69C0-328E-F961-EB42-ACF64DC8D2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78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3" name="Freeform 193">
                <a:extLst>
                  <a:ext uri="{FF2B5EF4-FFF2-40B4-BE49-F238E27FC236}">
                    <a16:creationId xmlns:a16="http://schemas.microsoft.com/office/drawing/2014/main" id="{41DC11ED-77D2-0871-0B7B-173BA2281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9" y="81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4" name="Freeform 194">
                <a:extLst>
                  <a:ext uri="{FF2B5EF4-FFF2-40B4-BE49-F238E27FC236}">
                    <a16:creationId xmlns:a16="http://schemas.microsoft.com/office/drawing/2014/main" id="{1D9462FB-8CFC-771B-A164-5BDAFEC9A5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3" y="85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5" name="Freeform 195">
                <a:extLst>
                  <a:ext uri="{FF2B5EF4-FFF2-40B4-BE49-F238E27FC236}">
                    <a16:creationId xmlns:a16="http://schemas.microsoft.com/office/drawing/2014/main" id="{88BDEB05-DC7C-D729-99CD-683EB82B8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7" y="88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6" name="Freeform 196">
                <a:extLst>
                  <a:ext uri="{FF2B5EF4-FFF2-40B4-BE49-F238E27FC236}">
                    <a16:creationId xmlns:a16="http://schemas.microsoft.com/office/drawing/2014/main" id="{8ADAD579-2504-75E6-E307-57D0BD0EF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9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7" name="Freeform 197">
                <a:extLst>
                  <a:ext uri="{FF2B5EF4-FFF2-40B4-BE49-F238E27FC236}">
                    <a16:creationId xmlns:a16="http://schemas.microsoft.com/office/drawing/2014/main" id="{44EC7B4B-F153-FE7C-F7B1-E19091C899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5" y="95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8" name="Freeform 198">
                <a:extLst>
                  <a:ext uri="{FF2B5EF4-FFF2-40B4-BE49-F238E27FC236}">
                    <a16:creationId xmlns:a16="http://schemas.microsoft.com/office/drawing/2014/main" id="{50AE7463-5B62-B95B-BADA-CE277AD440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98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9" name="Freeform 199">
                <a:extLst>
                  <a:ext uri="{FF2B5EF4-FFF2-40B4-BE49-F238E27FC236}">
                    <a16:creationId xmlns:a16="http://schemas.microsoft.com/office/drawing/2014/main" id="{B6570B92-D296-32B2-EA41-E3502AFC0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3" y="10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0" name="Freeform 200">
                <a:extLst>
                  <a:ext uri="{FF2B5EF4-FFF2-40B4-BE49-F238E27FC236}">
                    <a16:creationId xmlns:a16="http://schemas.microsoft.com/office/drawing/2014/main" id="{CB3FE612-76E3-3560-0F04-E724C9EB52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7" y="105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1" name="Freeform 201">
                <a:extLst>
                  <a:ext uri="{FF2B5EF4-FFF2-40B4-BE49-F238E27FC236}">
                    <a16:creationId xmlns:a16="http://schemas.microsoft.com/office/drawing/2014/main" id="{23DDCBF6-07A9-0695-21B6-875F5E56F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1" y="10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2" name="Freeform 202">
                <a:extLst>
                  <a:ext uri="{FF2B5EF4-FFF2-40B4-BE49-F238E27FC236}">
                    <a16:creationId xmlns:a16="http://schemas.microsoft.com/office/drawing/2014/main" id="{43EB0973-FC6F-373D-1071-958771C814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112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3" name="Freeform 203">
                <a:extLst>
                  <a:ext uri="{FF2B5EF4-FFF2-40B4-BE49-F238E27FC236}">
                    <a16:creationId xmlns:a16="http://schemas.microsoft.com/office/drawing/2014/main" id="{9FD3B11D-F885-A5D6-1467-9318E1E800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115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4" name="Freeform 204">
                <a:extLst>
                  <a:ext uri="{FF2B5EF4-FFF2-40B4-BE49-F238E27FC236}">
                    <a16:creationId xmlns:a16="http://schemas.microsoft.com/office/drawing/2014/main" id="{9D6B8229-2DC9-729A-8162-EB5A03C3B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3" y="119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</p:grpSp>
        <p:sp>
          <p:nvSpPr>
            <p:cNvPr id="4" name="Freeform 206">
              <a:extLst>
                <a:ext uri="{FF2B5EF4-FFF2-40B4-BE49-F238E27FC236}">
                  <a16:creationId xmlns:a16="http://schemas.microsoft.com/office/drawing/2014/main" id="{0C0867AD-5927-3F7D-4C07-BEAC176EF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757" y="9080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207">
              <a:extLst>
                <a:ext uri="{FF2B5EF4-FFF2-40B4-BE49-F238E27FC236}">
                  <a16:creationId xmlns:a16="http://schemas.microsoft.com/office/drawing/2014/main" id="{9517FDB7-BEA5-3C3B-C973-5F0A00D93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319" y="962025"/>
              <a:ext cx="34925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208">
              <a:extLst>
                <a:ext uri="{FF2B5EF4-FFF2-40B4-BE49-F238E27FC236}">
                  <a16:creationId xmlns:a16="http://schemas.microsoft.com/office/drawing/2014/main" id="{96BE36F8-0AA5-A9F9-F3B6-6A4BE00C7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94" y="10160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209">
              <a:extLst>
                <a:ext uri="{FF2B5EF4-FFF2-40B4-BE49-F238E27FC236}">
                  <a16:creationId xmlns:a16="http://schemas.microsoft.com/office/drawing/2014/main" id="{5E564E64-D412-5412-9341-A468FB1AD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269" y="10699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210">
              <a:extLst>
                <a:ext uri="{FF2B5EF4-FFF2-40B4-BE49-F238E27FC236}">
                  <a16:creationId xmlns:a16="http://schemas.microsoft.com/office/drawing/2014/main" id="{181EE2E8-2FB4-5B92-96BD-6607E8F0A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244" y="11239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211">
              <a:extLst>
                <a:ext uri="{FF2B5EF4-FFF2-40B4-BE49-F238E27FC236}">
                  <a16:creationId xmlns:a16="http://schemas.microsoft.com/office/drawing/2014/main" id="{BE1E3304-B9F5-C32A-528E-E618D384F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219" y="11779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212">
              <a:extLst>
                <a:ext uri="{FF2B5EF4-FFF2-40B4-BE49-F238E27FC236}">
                  <a16:creationId xmlns:a16="http://schemas.microsoft.com/office/drawing/2014/main" id="{523CD697-24DB-4A76-F2B5-5523FA218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194" y="12319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213">
              <a:extLst>
                <a:ext uri="{FF2B5EF4-FFF2-40B4-BE49-F238E27FC236}">
                  <a16:creationId xmlns:a16="http://schemas.microsoft.com/office/drawing/2014/main" id="{B2940919-22D0-69C1-0E66-75E82EC92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169" y="12858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214">
              <a:extLst>
                <a:ext uri="{FF2B5EF4-FFF2-40B4-BE49-F238E27FC236}">
                  <a16:creationId xmlns:a16="http://schemas.microsoft.com/office/drawing/2014/main" id="{681209DA-80A6-154A-FD2F-F8920B11B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144" y="13398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215">
              <a:extLst>
                <a:ext uri="{FF2B5EF4-FFF2-40B4-BE49-F238E27FC236}">
                  <a16:creationId xmlns:a16="http://schemas.microsoft.com/office/drawing/2014/main" id="{EF6D24D3-7C9F-9414-4104-86F4F232B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119" y="139382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216">
              <a:extLst>
                <a:ext uri="{FF2B5EF4-FFF2-40B4-BE49-F238E27FC236}">
                  <a16:creationId xmlns:a16="http://schemas.microsoft.com/office/drawing/2014/main" id="{496ECAD4-7E38-0235-A607-F4C412A7F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094" y="14478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217">
              <a:extLst>
                <a:ext uri="{FF2B5EF4-FFF2-40B4-BE49-F238E27FC236}">
                  <a16:creationId xmlns:a16="http://schemas.microsoft.com/office/drawing/2014/main" id="{4D558770-6487-BD73-7318-95193A220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069" y="15017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218">
              <a:extLst>
                <a:ext uri="{FF2B5EF4-FFF2-40B4-BE49-F238E27FC236}">
                  <a16:creationId xmlns:a16="http://schemas.microsoft.com/office/drawing/2014/main" id="{210092CF-3D10-7520-7A1E-AADAE44F8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5044" y="15557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219">
              <a:extLst>
                <a:ext uri="{FF2B5EF4-FFF2-40B4-BE49-F238E27FC236}">
                  <a16:creationId xmlns:a16="http://schemas.microsoft.com/office/drawing/2014/main" id="{8B4CB606-21B1-2133-EE57-BB3CDDE8B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9019" y="160972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220">
              <a:extLst>
                <a:ext uri="{FF2B5EF4-FFF2-40B4-BE49-F238E27FC236}">
                  <a16:creationId xmlns:a16="http://schemas.microsoft.com/office/drawing/2014/main" id="{279BDD34-782E-CB82-5660-5FA855C61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994" y="16637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221">
              <a:extLst>
                <a:ext uri="{FF2B5EF4-FFF2-40B4-BE49-F238E27FC236}">
                  <a16:creationId xmlns:a16="http://schemas.microsoft.com/office/drawing/2014/main" id="{A880B576-0770-F828-CF6D-6498C21B7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969" y="17176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0" name="Freeform 222">
              <a:extLst>
                <a:ext uri="{FF2B5EF4-FFF2-40B4-BE49-F238E27FC236}">
                  <a16:creationId xmlns:a16="http://schemas.microsoft.com/office/drawing/2014/main" id="{C5A062EF-8208-D202-2605-1576439BF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944" y="17716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223">
              <a:extLst>
                <a:ext uri="{FF2B5EF4-FFF2-40B4-BE49-F238E27FC236}">
                  <a16:creationId xmlns:a16="http://schemas.microsoft.com/office/drawing/2014/main" id="{DD5A2011-F4B8-83C6-F1CB-C6F5B3CE8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919" y="18256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224">
              <a:extLst>
                <a:ext uri="{FF2B5EF4-FFF2-40B4-BE49-F238E27FC236}">
                  <a16:creationId xmlns:a16="http://schemas.microsoft.com/office/drawing/2014/main" id="{5CAABFD9-0AE1-8202-DC6E-868086C0D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894" y="18796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225">
              <a:extLst>
                <a:ext uri="{FF2B5EF4-FFF2-40B4-BE49-F238E27FC236}">
                  <a16:creationId xmlns:a16="http://schemas.microsoft.com/office/drawing/2014/main" id="{1C27F698-DAC8-EC75-E4E0-6B7CD5D73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869" y="19335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4" name="Freeform 226">
              <a:extLst>
                <a:ext uri="{FF2B5EF4-FFF2-40B4-BE49-F238E27FC236}">
                  <a16:creationId xmlns:a16="http://schemas.microsoft.com/office/drawing/2014/main" id="{95163D36-5632-26FB-DDCA-35F02010D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894" y="950913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5" name="Freeform 227">
              <a:extLst>
                <a:ext uri="{FF2B5EF4-FFF2-40B4-BE49-F238E27FC236}">
                  <a16:creationId xmlns:a16="http://schemas.microsoft.com/office/drawing/2014/main" id="{FE3A12FF-F786-74AE-3628-431EE7AC9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869" y="10048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" name="Freeform 228">
              <a:extLst>
                <a:ext uri="{FF2B5EF4-FFF2-40B4-BE49-F238E27FC236}">
                  <a16:creationId xmlns:a16="http://schemas.microsoft.com/office/drawing/2014/main" id="{BF1F6B3B-64FB-0480-221F-7B4FE89C1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844" y="10588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" name="Freeform 229">
              <a:extLst>
                <a:ext uri="{FF2B5EF4-FFF2-40B4-BE49-F238E27FC236}">
                  <a16:creationId xmlns:a16="http://schemas.microsoft.com/office/drawing/2014/main" id="{6894E21F-C3A2-D7A7-8AED-5BB093A71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19" y="1112838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" name="Freeform 230">
              <a:extLst>
                <a:ext uri="{FF2B5EF4-FFF2-40B4-BE49-F238E27FC236}">
                  <a16:creationId xmlns:a16="http://schemas.microsoft.com/office/drawing/2014/main" id="{A8F0C334-9E1E-4433-4AE3-3780D1275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794" y="11668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" name="Freeform 231">
              <a:extLst>
                <a:ext uri="{FF2B5EF4-FFF2-40B4-BE49-F238E27FC236}">
                  <a16:creationId xmlns:a16="http://schemas.microsoft.com/office/drawing/2014/main" id="{AA6F1AD6-F981-D3E6-DFB4-33CC9B599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769" y="1222375"/>
              <a:ext cx="36513" cy="34925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" name="Freeform 232">
              <a:extLst>
                <a:ext uri="{FF2B5EF4-FFF2-40B4-BE49-F238E27FC236}">
                  <a16:creationId xmlns:a16="http://schemas.microsoft.com/office/drawing/2014/main" id="{6CC995C1-D927-FE02-9ACE-CF8FE2C69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744" y="12763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" name="Freeform 233">
              <a:extLst>
                <a:ext uri="{FF2B5EF4-FFF2-40B4-BE49-F238E27FC236}">
                  <a16:creationId xmlns:a16="http://schemas.microsoft.com/office/drawing/2014/main" id="{EC9CBA77-A7C5-1AEF-30D0-B1B631AFF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719" y="13303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" name="Freeform 234">
              <a:extLst>
                <a:ext uri="{FF2B5EF4-FFF2-40B4-BE49-F238E27FC236}">
                  <a16:creationId xmlns:a16="http://schemas.microsoft.com/office/drawing/2014/main" id="{51116E0E-6CCD-D75B-6C10-CB6E3A4D8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694" y="13843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" name="Freeform 235">
              <a:extLst>
                <a:ext uri="{FF2B5EF4-FFF2-40B4-BE49-F238E27FC236}">
                  <a16:creationId xmlns:a16="http://schemas.microsoft.com/office/drawing/2014/main" id="{8B606C50-DBEF-7936-20EB-DA6341938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669" y="143827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" name="Freeform 236">
              <a:extLst>
                <a:ext uri="{FF2B5EF4-FFF2-40B4-BE49-F238E27FC236}">
                  <a16:creationId xmlns:a16="http://schemas.microsoft.com/office/drawing/2014/main" id="{ECE3B812-B4AF-0BEE-8EED-74F7786F0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644" y="14922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" name="Freeform 237">
              <a:extLst>
                <a:ext uri="{FF2B5EF4-FFF2-40B4-BE49-F238E27FC236}">
                  <a16:creationId xmlns:a16="http://schemas.microsoft.com/office/drawing/2014/main" id="{A5E95589-42B0-F09A-1B0A-B7A24C0A6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619" y="15462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" name="Freeform 238">
              <a:extLst>
                <a:ext uri="{FF2B5EF4-FFF2-40B4-BE49-F238E27FC236}">
                  <a16:creationId xmlns:a16="http://schemas.microsoft.com/office/drawing/2014/main" id="{5ABAB4BE-01BA-7C8C-BC50-7FED9E4C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594" y="160020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" name="Freeform 239">
              <a:extLst>
                <a:ext uri="{FF2B5EF4-FFF2-40B4-BE49-F238E27FC236}">
                  <a16:creationId xmlns:a16="http://schemas.microsoft.com/office/drawing/2014/main" id="{794565F6-CEA7-1AEA-09AA-85BB171EC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569" y="16541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" name="Freeform 240">
              <a:extLst>
                <a:ext uri="{FF2B5EF4-FFF2-40B4-BE49-F238E27FC236}">
                  <a16:creationId xmlns:a16="http://schemas.microsoft.com/office/drawing/2014/main" id="{AC31F54D-1AAB-0AD5-0461-E0345A367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544" y="17081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" name="Freeform 241">
              <a:extLst>
                <a:ext uri="{FF2B5EF4-FFF2-40B4-BE49-F238E27FC236}">
                  <a16:creationId xmlns:a16="http://schemas.microsoft.com/office/drawing/2014/main" id="{4A78BB8C-29B2-DA3C-ADE2-03C3D4311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519" y="176212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" name="Freeform 242">
              <a:extLst>
                <a:ext uri="{FF2B5EF4-FFF2-40B4-BE49-F238E27FC236}">
                  <a16:creationId xmlns:a16="http://schemas.microsoft.com/office/drawing/2014/main" id="{3D2A5AC5-ADB1-0E7C-1ECB-9F62D880C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494" y="18161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" name="Freeform 243">
              <a:extLst>
                <a:ext uri="{FF2B5EF4-FFF2-40B4-BE49-F238E27FC236}">
                  <a16:creationId xmlns:a16="http://schemas.microsoft.com/office/drawing/2014/main" id="{050F7239-2237-16BF-FBF2-666044E6A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469" y="18700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" name="Freeform 244">
              <a:extLst>
                <a:ext uri="{FF2B5EF4-FFF2-40B4-BE49-F238E27FC236}">
                  <a16:creationId xmlns:a16="http://schemas.microsoft.com/office/drawing/2014/main" id="{A0EA2EA0-4D45-144D-056C-219913AC7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444" y="19240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" name="Freeform 245">
              <a:extLst>
                <a:ext uri="{FF2B5EF4-FFF2-40B4-BE49-F238E27FC236}">
                  <a16:creationId xmlns:a16="http://schemas.microsoft.com/office/drawing/2014/main" id="{9E372260-2BC2-ED94-B459-DB243B77E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0007" y="1978025"/>
              <a:ext cx="34925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" name="Freeform 246">
              <a:extLst>
                <a:ext uri="{FF2B5EF4-FFF2-40B4-BE49-F238E27FC236}">
                  <a16:creationId xmlns:a16="http://schemas.microsoft.com/office/drawing/2014/main" id="{3B1FF88F-B668-A921-96F3-99AB304EE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44" y="9953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" name="Freeform 247">
              <a:extLst>
                <a:ext uri="{FF2B5EF4-FFF2-40B4-BE49-F238E27FC236}">
                  <a16:creationId xmlns:a16="http://schemas.microsoft.com/office/drawing/2014/main" id="{93504F6D-3381-6241-324F-03E205E05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419" y="104933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" name="Oval 248">
              <a:extLst>
                <a:ext uri="{FF2B5EF4-FFF2-40B4-BE49-F238E27FC236}">
                  <a16:creationId xmlns:a16="http://schemas.microsoft.com/office/drawing/2014/main" id="{6D4FA565-7967-CBB4-A148-0E743E5C5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982" y="11049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" name="Freeform 249">
              <a:extLst>
                <a:ext uri="{FF2B5EF4-FFF2-40B4-BE49-F238E27FC236}">
                  <a16:creationId xmlns:a16="http://schemas.microsoft.com/office/drawing/2014/main" id="{2FB5ED28-E1F5-2089-5F52-E1C3698EC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369" y="11572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" name="Freeform 250">
              <a:extLst>
                <a:ext uri="{FF2B5EF4-FFF2-40B4-BE49-F238E27FC236}">
                  <a16:creationId xmlns:a16="http://schemas.microsoft.com/office/drawing/2014/main" id="{A68838EF-670E-FF6B-5029-0D07994049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44" y="1211263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" name="Freeform 251">
              <a:extLst>
                <a:ext uri="{FF2B5EF4-FFF2-40B4-BE49-F238E27FC236}">
                  <a16:creationId xmlns:a16="http://schemas.microsoft.com/office/drawing/2014/main" id="{F820FF1A-0052-9839-1AD1-D70B75AFE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319" y="1265238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" name="Freeform 252">
              <a:extLst>
                <a:ext uri="{FF2B5EF4-FFF2-40B4-BE49-F238E27FC236}">
                  <a16:creationId xmlns:a16="http://schemas.microsoft.com/office/drawing/2014/main" id="{EC48C92C-F310-28EC-572E-F5013920C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294" y="13192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" name="Freeform 253">
              <a:extLst>
                <a:ext uri="{FF2B5EF4-FFF2-40B4-BE49-F238E27FC236}">
                  <a16:creationId xmlns:a16="http://schemas.microsoft.com/office/drawing/2014/main" id="{5254118E-5103-1917-0470-2B3D1FC5F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269" y="137318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" name="Freeform 254">
              <a:extLst>
                <a:ext uri="{FF2B5EF4-FFF2-40B4-BE49-F238E27FC236}">
                  <a16:creationId xmlns:a16="http://schemas.microsoft.com/office/drawing/2014/main" id="{7C5EFEC4-85D1-97A5-1EAC-C87310E7D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244" y="1427163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" name="Freeform 255">
              <a:extLst>
                <a:ext uri="{FF2B5EF4-FFF2-40B4-BE49-F238E27FC236}">
                  <a16:creationId xmlns:a16="http://schemas.microsoft.com/office/drawing/2014/main" id="{B5A058E7-CFF1-FEBB-EE6A-8F9922D98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219" y="148113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" name="Freeform 256">
              <a:extLst>
                <a:ext uri="{FF2B5EF4-FFF2-40B4-BE49-F238E27FC236}">
                  <a16:creationId xmlns:a16="http://schemas.microsoft.com/office/drawing/2014/main" id="{7E2212B3-D613-BFA9-7C65-D83B24B97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194" y="1536700"/>
              <a:ext cx="36513" cy="34925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" name="Freeform 257">
              <a:extLst>
                <a:ext uri="{FF2B5EF4-FFF2-40B4-BE49-F238E27FC236}">
                  <a16:creationId xmlns:a16="http://schemas.microsoft.com/office/drawing/2014/main" id="{0F3609D7-5784-364E-4DEC-118C5310B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169" y="159067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" name="Freeform 258">
              <a:extLst>
                <a:ext uri="{FF2B5EF4-FFF2-40B4-BE49-F238E27FC236}">
                  <a16:creationId xmlns:a16="http://schemas.microsoft.com/office/drawing/2014/main" id="{A9035F28-4D48-6064-C921-B344F7D39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144" y="16446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" name="Freeform 259">
              <a:extLst>
                <a:ext uri="{FF2B5EF4-FFF2-40B4-BE49-F238E27FC236}">
                  <a16:creationId xmlns:a16="http://schemas.microsoft.com/office/drawing/2014/main" id="{60CB6AF4-F147-232A-B387-13527FB71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119" y="169862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" name="Freeform 260">
              <a:extLst>
                <a:ext uri="{FF2B5EF4-FFF2-40B4-BE49-F238E27FC236}">
                  <a16:creationId xmlns:a16="http://schemas.microsoft.com/office/drawing/2014/main" id="{986F6C6B-AFD8-04FD-5945-964815ED9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682" y="1752600"/>
              <a:ext cx="34925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" name="Freeform 261">
              <a:extLst>
                <a:ext uri="{FF2B5EF4-FFF2-40B4-BE49-F238E27FC236}">
                  <a16:creationId xmlns:a16="http://schemas.microsoft.com/office/drawing/2014/main" id="{5F18E8C4-EC4C-D3C3-94C9-8993E1EF3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657" y="18065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" name="Freeform 262">
              <a:extLst>
                <a:ext uri="{FF2B5EF4-FFF2-40B4-BE49-F238E27FC236}">
                  <a16:creationId xmlns:a16="http://schemas.microsoft.com/office/drawing/2014/main" id="{94ECEC95-4378-AC6E-D1EE-0923E9DF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632" y="1860550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" name="Freeform 263">
              <a:extLst>
                <a:ext uri="{FF2B5EF4-FFF2-40B4-BE49-F238E27FC236}">
                  <a16:creationId xmlns:a16="http://schemas.microsoft.com/office/drawing/2014/main" id="{D29E8A70-615E-7F4B-01ED-5309EEDF8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607" y="191452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" name="Freeform 264">
              <a:extLst>
                <a:ext uri="{FF2B5EF4-FFF2-40B4-BE49-F238E27FC236}">
                  <a16:creationId xmlns:a16="http://schemas.microsoft.com/office/drawing/2014/main" id="{F784EAE9-28A9-46AA-649E-E02FC3789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582" y="19685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" name="Freeform 265">
              <a:extLst>
                <a:ext uri="{FF2B5EF4-FFF2-40B4-BE49-F238E27FC236}">
                  <a16:creationId xmlns:a16="http://schemas.microsoft.com/office/drawing/2014/main" id="{06D41B70-E1B8-B29B-D909-2B4B1D972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557" y="202247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265" name="Group 265">
            <a:extLst>
              <a:ext uri="{FF2B5EF4-FFF2-40B4-BE49-F238E27FC236}">
                <a16:creationId xmlns:a16="http://schemas.microsoft.com/office/drawing/2014/main" id="{5D6CE7D9-1A91-1243-7DA0-DF7492844A80}"/>
              </a:ext>
            </a:extLst>
          </p:cNvPr>
          <p:cNvGrpSpPr/>
          <p:nvPr userDrawn="1"/>
        </p:nvGrpSpPr>
        <p:grpSpPr>
          <a:xfrm>
            <a:off x="-390479" y="-357338"/>
            <a:ext cx="2090651" cy="2092749"/>
            <a:chOff x="5213090" y="468313"/>
            <a:chExt cx="1581151" cy="1582738"/>
          </a:xfrm>
          <a:solidFill>
            <a:schemeClr val="tx2"/>
          </a:solidFill>
        </p:grpSpPr>
        <p:sp>
          <p:nvSpPr>
            <p:cNvPr id="266" name="Oval 357">
              <a:extLst>
                <a:ext uri="{FF2B5EF4-FFF2-40B4-BE49-F238E27FC236}">
                  <a16:creationId xmlns:a16="http://schemas.microsoft.com/office/drawing/2014/main" id="{F9789B35-0183-7EF3-2B08-0A56253AC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0903" y="995363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7" name="Freeform 358">
              <a:extLst>
                <a:ext uri="{FF2B5EF4-FFF2-40B4-BE49-F238E27FC236}">
                  <a16:creationId xmlns:a16="http://schemas.microsoft.com/office/drawing/2014/main" id="{62165390-AF23-A4A5-0259-2849C108B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5340" y="1047750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8" name="Freeform 359">
              <a:extLst>
                <a:ext uri="{FF2B5EF4-FFF2-40B4-BE49-F238E27FC236}">
                  <a16:creationId xmlns:a16="http://schemas.microsoft.com/office/drawing/2014/main" id="{3D5A3CD4-CDF1-051F-5343-E30D908F2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1365" y="1101725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9" name="Freeform 360">
              <a:extLst>
                <a:ext uri="{FF2B5EF4-FFF2-40B4-BE49-F238E27FC236}">
                  <a16:creationId xmlns:a16="http://schemas.microsoft.com/office/drawing/2014/main" id="{E04D9660-1A81-D783-C094-4921BC084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7390" y="1155700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0" name="Freeform 361">
              <a:extLst>
                <a:ext uri="{FF2B5EF4-FFF2-40B4-BE49-F238E27FC236}">
                  <a16:creationId xmlns:a16="http://schemas.microsoft.com/office/drawing/2014/main" id="{5BA5EE1F-49EA-3246-3990-E1B6609E1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5003" y="1209675"/>
              <a:ext cx="34925" cy="34925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1" name="Freeform 362">
              <a:extLst>
                <a:ext uri="{FF2B5EF4-FFF2-40B4-BE49-F238E27FC236}">
                  <a16:creationId xmlns:a16="http://schemas.microsoft.com/office/drawing/2014/main" id="{9397092D-A404-AB77-6316-3A44DFEB6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1028" y="1263650"/>
              <a:ext cx="36513" cy="34925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2" name="Freeform 363">
              <a:extLst>
                <a:ext uri="{FF2B5EF4-FFF2-40B4-BE49-F238E27FC236}">
                  <a16:creationId xmlns:a16="http://schemas.microsoft.com/office/drawing/2014/main" id="{ABC9B1AB-7D4F-B19B-98F3-66ECD33E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7053" y="1316038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3" name="Freeform 364">
              <a:extLst>
                <a:ext uri="{FF2B5EF4-FFF2-40B4-BE49-F238E27FC236}">
                  <a16:creationId xmlns:a16="http://schemas.microsoft.com/office/drawing/2014/main" id="{3C4E07B9-0447-0E38-A9F7-186B6E35D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3078" y="1370013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4" name="Freeform 365">
              <a:extLst>
                <a:ext uri="{FF2B5EF4-FFF2-40B4-BE49-F238E27FC236}">
                  <a16:creationId xmlns:a16="http://schemas.microsoft.com/office/drawing/2014/main" id="{9D003CF1-451D-50FC-DFA9-C7BC6EC8E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9103" y="1423988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5" name="Freeform 366">
              <a:extLst>
                <a:ext uri="{FF2B5EF4-FFF2-40B4-BE49-F238E27FC236}">
                  <a16:creationId xmlns:a16="http://schemas.microsoft.com/office/drawing/2014/main" id="{A8F74AF3-3D6A-ADE9-4D3C-420E1B8BD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5128" y="1477963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6" name="Freeform 367">
              <a:extLst>
                <a:ext uri="{FF2B5EF4-FFF2-40B4-BE49-F238E27FC236}">
                  <a16:creationId xmlns:a16="http://schemas.microsoft.com/office/drawing/2014/main" id="{5711A23B-F30F-DA5D-9B64-5B93431FB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2740" y="1531938"/>
              <a:ext cx="34925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7" name="Freeform 368">
              <a:extLst>
                <a:ext uri="{FF2B5EF4-FFF2-40B4-BE49-F238E27FC236}">
                  <a16:creationId xmlns:a16="http://schemas.microsoft.com/office/drawing/2014/main" id="{76F1F9A4-A15D-7558-5CBD-2A39161F0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8765" y="1585913"/>
              <a:ext cx="36513" cy="34925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8" name="Freeform 369">
              <a:extLst>
                <a:ext uri="{FF2B5EF4-FFF2-40B4-BE49-F238E27FC236}">
                  <a16:creationId xmlns:a16="http://schemas.microsoft.com/office/drawing/2014/main" id="{FDFB8E02-6ADE-6622-8469-189D23280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4790" y="1638300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9" name="Freeform 370">
              <a:extLst>
                <a:ext uri="{FF2B5EF4-FFF2-40B4-BE49-F238E27FC236}">
                  <a16:creationId xmlns:a16="http://schemas.microsoft.com/office/drawing/2014/main" id="{B79337BE-62A2-DE66-6224-4FB1B8790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0815" y="16922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0" name="Freeform 371">
              <a:extLst>
                <a:ext uri="{FF2B5EF4-FFF2-40B4-BE49-F238E27FC236}">
                  <a16:creationId xmlns:a16="http://schemas.microsoft.com/office/drawing/2014/main" id="{57C39F53-E79B-FE79-07BC-33FC116F6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6840" y="1746250"/>
              <a:ext cx="36513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1" name="Freeform 372">
              <a:extLst>
                <a:ext uri="{FF2B5EF4-FFF2-40B4-BE49-F238E27FC236}">
                  <a16:creationId xmlns:a16="http://schemas.microsoft.com/office/drawing/2014/main" id="{8D386AE2-D1A0-6F16-D338-7986E2931C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2865" y="1800225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2" name="Oval 373">
              <a:extLst>
                <a:ext uri="{FF2B5EF4-FFF2-40B4-BE49-F238E27FC236}">
                  <a16:creationId xmlns:a16="http://schemas.microsoft.com/office/drawing/2014/main" id="{0DE80BB7-6CE4-4FAF-F8D3-2E1F9A2B7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2065" y="1855788"/>
              <a:ext cx="31750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3" name="Oval 374">
              <a:extLst>
                <a:ext uri="{FF2B5EF4-FFF2-40B4-BE49-F238E27FC236}">
                  <a16:creationId xmlns:a16="http://schemas.microsoft.com/office/drawing/2014/main" id="{6261F5AD-4200-653B-5142-E5FAAE82C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090" y="1909763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4" name="Freeform 375">
              <a:extLst>
                <a:ext uri="{FF2B5EF4-FFF2-40B4-BE49-F238E27FC236}">
                  <a16:creationId xmlns:a16="http://schemas.microsoft.com/office/drawing/2014/main" id="{487892DC-3548-3121-CAC6-A1A255A0E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2528" y="1960563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5 h 1094"/>
                <a:gd name="T4" fmla="*/ 900 w 1095"/>
                <a:gd name="T5" fmla="*/ 195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5" name="Freeform 376">
              <a:extLst>
                <a:ext uri="{FF2B5EF4-FFF2-40B4-BE49-F238E27FC236}">
                  <a16:creationId xmlns:a16="http://schemas.microsoft.com/office/drawing/2014/main" id="{1895A1D5-678F-80EF-93EA-DF5CB973B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8553" y="2014538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6" name="Freeform 377">
              <a:extLst>
                <a:ext uri="{FF2B5EF4-FFF2-40B4-BE49-F238E27FC236}">
                  <a16:creationId xmlns:a16="http://schemas.microsoft.com/office/drawing/2014/main" id="{F121074D-5893-D8F4-0B9D-6DD61257D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4865" y="950913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7" name="Freeform 378">
              <a:extLst>
                <a:ext uri="{FF2B5EF4-FFF2-40B4-BE49-F238E27FC236}">
                  <a16:creationId xmlns:a16="http://schemas.microsoft.com/office/drawing/2014/main" id="{6EBAADFE-2AA1-E52F-8A95-C6BA43399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478" y="1004888"/>
              <a:ext cx="34925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8" name="Oval 379">
              <a:extLst>
                <a:ext uri="{FF2B5EF4-FFF2-40B4-BE49-F238E27FC236}">
                  <a16:creationId xmlns:a16="http://schemas.microsoft.com/office/drawing/2014/main" id="{5F121C35-6CFD-7356-6E65-5C9AE1C6E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0090" y="1058863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9" name="Oval 380">
              <a:extLst>
                <a:ext uri="{FF2B5EF4-FFF2-40B4-BE49-F238E27FC236}">
                  <a16:creationId xmlns:a16="http://schemas.microsoft.com/office/drawing/2014/main" id="{5C55853C-9653-5CD1-1ABB-3303E914A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6115" y="1112838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0" name="Freeform 381">
              <a:extLst>
                <a:ext uri="{FF2B5EF4-FFF2-40B4-BE49-F238E27FC236}">
                  <a16:creationId xmlns:a16="http://schemas.microsoft.com/office/drawing/2014/main" id="{4927667D-6AB4-7659-F873-E9AE84BDC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0553" y="116522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1" name="Freeform 382">
              <a:extLst>
                <a:ext uri="{FF2B5EF4-FFF2-40B4-BE49-F238E27FC236}">
                  <a16:creationId xmlns:a16="http://schemas.microsoft.com/office/drawing/2014/main" id="{15A52EBE-9058-AA2C-491F-D69E79AC4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6578" y="121920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2" name="Freeform 383">
              <a:extLst>
                <a:ext uri="{FF2B5EF4-FFF2-40B4-BE49-F238E27FC236}">
                  <a16:creationId xmlns:a16="http://schemas.microsoft.com/office/drawing/2014/main" id="{AF6E5B20-22B8-E3F5-193E-C8512CF48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2603" y="127317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3" name="Freeform 384">
              <a:extLst>
                <a:ext uri="{FF2B5EF4-FFF2-40B4-BE49-F238E27FC236}">
                  <a16:creationId xmlns:a16="http://schemas.microsoft.com/office/drawing/2014/main" id="{69D89835-83E7-DF00-1F58-C6A28C3AA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0215" y="1327150"/>
              <a:ext cx="34925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4" name="Freeform 385">
              <a:extLst>
                <a:ext uri="{FF2B5EF4-FFF2-40B4-BE49-F238E27FC236}">
                  <a16:creationId xmlns:a16="http://schemas.microsoft.com/office/drawing/2014/main" id="{69976C86-48FB-3F64-3B0A-18731A6C1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6240" y="1379538"/>
              <a:ext cx="34925" cy="36513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5" name="Oval 386">
              <a:extLst>
                <a:ext uri="{FF2B5EF4-FFF2-40B4-BE49-F238E27FC236}">
                  <a16:creationId xmlns:a16="http://schemas.microsoft.com/office/drawing/2014/main" id="{4D034D10-4E4E-9B01-6499-CCA0AA1DC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3853" y="14351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6" name="Freeform 387">
              <a:extLst>
                <a:ext uri="{FF2B5EF4-FFF2-40B4-BE49-F238E27FC236}">
                  <a16:creationId xmlns:a16="http://schemas.microsoft.com/office/drawing/2014/main" id="{373149DC-E807-CD50-10B8-F4B63DEC1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290" y="148748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7" name="Freeform 388">
              <a:extLst>
                <a:ext uri="{FF2B5EF4-FFF2-40B4-BE49-F238E27FC236}">
                  <a16:creationId xmlns:a16="http://schemas.microsoft.com/office/drawing/2014/main" id="{6DD2F659-9202-5044-548D-9DB202C65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315" y="1541463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8" name="Freeform 389">
              <a:extLst>
                <a:ext uri="{FF2B5EF4-FFF2-40B4-BE49-F238E27FC236}">
                  <a16:creationId xmlns:a16="http://schemas.microsoft.com/office/drawing/2014/main" id="{32707D56-C285-25B9-6508-710E1FF2A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0340" y="159543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9" name="Freeform 390">
              <a:extLst>
                <a:ext uri="{FF2B5EF4-FFF2-40B4-BE49-F238E27FC236}">
                  <a16:creationId xmlns:a16="http://schemas.microsoft.com/office/drawing/2014/main" id="{5FF25603-DDE5-18FF-0152-4DD1BFFA6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6365" y="1649413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89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0" name="Freeform 391">
              <a:extLst>
                <a:ext uri="{FF2B5EF4-FFF2-40B4-BE49-F238E27FC236}">
                  <a16:creationId xmlns:a16="http://schemas.microsoft.com/office/drawing/2014/main" id="{1654BCE4-20A1-D7EF-5F57-611553FC2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3978" y="1701800"/>
              <a:ext cx="34925" cy="36513"/>
            </a:xfrm>
            <a:custGeom>
              <a:avLst/>
              <a:gdLst>
                <a:gd name="T0" fmla="*/ 194 w 1094"/>
                <a:gd name="T1" fmla="*/ 900 h 1094"/>
                <a:gd name="T2" fmla="*/ 194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4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900"/>
                  </a:moveTo>
                  <a:cubicBezTo>
                    <a:pt x="0" y="705"/>
                    <a:pt x="0" y="389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1" name="Freeform 392">
              <a:extLst>
                <a:ext uri="{FF2B5EF4-FFF2-40B4-BE49-F238E27FC236}">
                  <a16:creationId xmlns:a16="http://schemas.microsoft.com/office/drawing/2014/main" id="{46EEE2D4-710F-4BDF-F713-9AC91400A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003" y="17557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2" name="Freeform 393">
              <a:extLst>
                <a:ext uri="{FF2B5EF4-FFF2-40B4-BE49-F238E27FC236}">
                  <a16:creationId xmlns:a16="http://schemas.microsoft.com/office/drawing/2014/main" id="{C9762D83-9D63-7A47-404F-7687BB10F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6028" y="180975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3" name="Freeform 394">
              <a:extLst>
                <a:ext uri="{FF2B5EF4-FFF2-40B4-BE49-F238E27FC236}">
                  <a16:creationId xmlns:a16="http://schemas.microsoft.com/office/drawing/2014/main" id="{737E4708-4A51-AF9F-A60F-1497BA21F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053" y="186372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5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5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4" name="Freeform 395">
              <a:extLst>
                <a:ext uri="{FF2B5EF4-FFF2-40B4-BE49-F238E27FC236}">
                  <a16:creationId xmlns:a16="http://schemas.microsoft.com/office/drawing/2014/main" id="{A662349C-D00A-E749-A174-650B4D37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8078" y="1917700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5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5" name="Oval 396">
              <a:extLst>
                <a:ext uri="{FF2B5EF4-FFF2-40B4-BE49-F238E27FC236}">
                  <a16:creationId xmlns:a16="http://schemas.microsoft.com/office/drawing/2014/main" id="{F9D3E6EF-8059-6904-CF84-E5984AD54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5690" y="1973263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6" name="Freeform 397">
              <a:extLst>
                <a:ext uri="{FF2B5EF4-FFF2-40B4-BE49-F238E27FC236}">
                  <a16:creationId xmlns:a16="http://schemas.microsoft.com/office/drawing/2014/main" id="{CB94C37E-93AC-9915-328C-88E0E0203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2003" y="906463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7" name="Freeform 398">
              <a:extLst>
                <a:ext uri="{FF2B5EF4-FFF2-40B4-BE49-F238E27FC236}">
                  <a16:creationId xmlns:a16="http://schemas.microsoft.com/office/drawing/2014/main" id="{FB54E2FE-B87D-B063-5317-25D8658EE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8028" y="960438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8" name="Oval 399">
              <a:extLst>
                <a:ext uri="{FF2B5EF4-FFF2-40B4-BE49-F238E27FC236}">
                  <a16:creationId xmlns:a16="http://schemas.microsoft.com/office/drawing/2014/main" id="{095001E1-19A3-7AF2-A3C2-C8CF4464A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5640" y="10160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9" name="Oval 400">
              <a:extLst>
                <a:ext uri="{FF2B5EF4-FFF2-40B4-BE49-F238E27FC236}">
                  <a16:creationId xmlns:a16="http://schemas.microsoft.com/office/drawing/2014/main" id="{5395B8E9-2061-0FFE-F27A-F7D5F3407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1665" y="1069975"/>
              <a:ext cx="33338" cy="31750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0" name="Freeform 401">
              <a:extLst>
                <a:ext uri="{FF2B5EF4-FFF2-40B4-BE49-F238E27FC236}">
                  <a16:creationId xmlns:a16="http://schemas.microsoft.com/office/drawing/2014/main" id="{883EBA2C-90C4-B9F4-CE3B-F03EC4F16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6103" y="1120775"/>
              <a:ext cx="36513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6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6" y="1094"/>
                    <a:pt x="390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1" name="Freeform 402">
              <a:extLst>
                <a:ext uri="{FF2B5EF4-FFF2-40B4-BE49-F238E27FC236}">
                  <a16:creationId xmlns:a16="http://schemas.microsoft.com/office/drawing/2014/main" id="{0A2DF833-8C37-B6B6-C978-0F06FB1D1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3715" y="1174750"/>
              <a:ext cx="34925" cy="36513"/>
            </a:xfrm>
            <a:custGeom>
              <a:avLst/>
              <a:gdLst>
                <a:gd name="T0" fmla="*/ 194 w 1094"/>
                <a:gd name="T1" fmla="*/ 899 h 1094"/>
                <a:gd name="T2" fmla="*/ 194 w 1094"/>
                <a:gd name="T3" fmla="*/ 194 h 1094"/>
                <a:gd name="T4" fmla="*/ 899 w 1094"/>
                <a:gd name="T5" fmla="*/ 194 h 1094"/>
                <a:gd name="T6" fmla="*/ 899 w 1094"/>
                <a:gd name="T7" fmla="*/ 899 h 1094"/>
                <a:gd name="T8" fmla="*/ 194 w 1094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4" y="899"/>
                  </a:moveTo>
                  <a:cubicBezTo>
                    <a:pt x="0" y="705"/>
                    <a:pt x="0" y="389"/>
                    <a:pt x="194" y="194"/>
                  </a:cubicBezTo>
                  <a:cubicBezTo>
                    <a:pt x="389" y="0"/>
                    <a:pt x="705" y="0"/>
                    <a:pt x="899" y="194"/>
                  </a:cubicBezTo>
                  <a:cubicBezTo>
                    <a:pt x="1094" y="389"/>
                    <a:pt x="1094" y="705"/>
                    <a:pt x="899" y="899"/>
                  </a:cubicBezTo>
                  <a:cubicBezTo>
                    <a:pt x="705" y="1094"/>
                    <a:pt x="389" y="1094"/>
                    <a:pt x="194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2" name="Freeform 403">
              <a:extLst>
                <a:ext uri="{FF2B5EF4-FFF2-40B4-BE49-F238E27FC236}">
                  <a16:creationId xmlns:a16="http://schemas.microsoft.com/office/drawing/2014/main" id="{28A41E75-72D1-124A-3AE5-0AAD6F4D3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9740" y="1228725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6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6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3" name="Freeform 404">
              <a:extLst>
                <a:ext uri="{FF2B5EF4-FFF2-40B4-BE49-F238E27FC236}">
                  <a16:creationId xmlns:a16="http://schemas.microsoft.com/office/drawing/2014/main" id="{AA40AF50-21D7-7344-7F65-0A9F05492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765" y="1282700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90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4" name="Freeform 405">
              <a:extLst>
                <a:ext uri="{FF2B5EF4-FFF2-40B4-BE49-F238E27FC236}">
                  <a16:creationId xmlns:a16="http://schemas.microsoft.com/office/drawing/2014/main" id="{E64C220A-F24E-DF19-50F1-6D9A8BBD6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1790" y="1336675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grpSp>
          <p:nvGrpSpPr>
            <p:cNvPr id="315" name="Group 607">
              <a:extLst>
                <a:ext uri="{FF2B5EF4-FFF2-40B4-BE49-F238E27FC236}">
                  <a16:creationId xmlns:a16="http://schemas.microsoft.com/office/drawing/2014/main" id="{66101EDA-2B4D-7A12-25F5-BED86F8A8A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5952" y="468313"/>
              <a:ext cx="1408113" cy="1493838"/>
              <a:chOff x="3702" y="295"/>
              <a:chExt cx="887" cy="941"/>
            </a:xfrm>
            <a:grpFill/>
          </p:grpSpPr>
          <p:sp>
            <p:nvSpPr>
              <p:cNvPr id="327" name="Freeform 407">
                <a:extLst>
                  <a:ext uri="{FF2B5EF4-FFF2-40B4-BE49-F238E27FC236}">
                    <a16:creationId xmlns:a16="http://schemas.microsoft.com/office/drawing/2014/main" id="{2B18AC17-4030-E2F0-0E31-D5CC8CE79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9" y="876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8" name="Freeform 408">
                <a:extLst>
                  <a:ext uri="{FF2B5EF4-FFF2-40B4-BE49-F238E27FC236}">
                    <a16:creationId xmlns:a16="http://schemas.microsoft.com/office/drawing/2014/main" id="{0D1117CE-E342-E2EA-2964-881E848C2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5" y="910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29" name="Freeform 409">
                <a:extLst>
                  <a:ext uri="{FF2B5EF4-FFF2-40B4-BE49-F238E27FC236}">
                    <a16:creationId xmlns:a16="http://schemas.microsoft.com/office/drawing/2014/main" id="{819758A1-9053-DE91-AFCE-45F335B87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943"/>
                <a:ext cx="22" cy="23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0" name="Freeform 410">
                <a:extLst>
                  <a:ext uri="{FF2B5EF4-FFF2-40B4-BE49-F238E27FC236}">
                    <a16:creationId xmlns:a16="http://schemas.microsoft.com/office/drawing/2014/main" id="{114F28EE-C08D-2174-15DF-E312BDD74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97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1" name="Freeform 411">
                <a:extLst>
                  <a:ext uri="{FF2B5EF4-FFF2-40B4-BE49-F238E27FC236}">
                    <a16:creationId xmlns:a16="http://schemas.microsoft.com/office/drawing/2014/main" id="{560D376F-BAF6-4DC4-0FFD-B19AAAF8C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4" y="1011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2" name="Freeform 412">
                <a:extLst>
                  <a:ext uri="{FF2B5EF4-FFF2-40B4-BE49-F238E27FC236}">
                    <a16:creationId xmlns:a16="http://schemas.microsoft.com/office/drawing/2014/main" id="{D3EC1DEA-7137-3888-BCED-92635D949B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1045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3" name="Freeform 413">
                <a:extLst>
                  <a:ext uri="{FF2B5EF4-FFF2-40B4-BE49-F238E27FC236}">
                    <a16:creationId xmlns:a16="http://schemas.microsoft.com/office/drawing/2014/main" id="{B11B1DF4-0E10-05C1-FBF9-0386875568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1079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4" name="Freeform 414">
                <a:extLst>
                  <a:ext uri="{FF2B5EF4-FFF2-40B4-BE49-F238E27FC236}">
                    <a16:creationId xmlns:a16="http://schemas.microsoft.com/office/drawing/2014/main" id="{977D6735-B492-D981-2D48-134D5D381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2" y="1113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5" name="Freeform 415">
                <a:extLst>
                  <a:ext uri="{FF2B5EF4-FFF2-40B4-BE49-F238E27FC236}">
                    <a16:creationId xmlns:a16="http://schemas.microsoft.com/office/drawing/2014/main" id="{1AD69985-87B6-B15B-A712-D012A65B01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9" y="1146"/>
                <a:ext cx="22" cy="23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6" name="Freeform 416">
                <a:extLst>
                  <a:ext uri="{FF2B5EF4-FFF2-40B4-BE49-F238E27FC236}">
                    <a16:creationId xmlns:a16="http://schemas.microsoft.com/office/drawing/2014/main" id="{26EAB175-834F-5AE1-8454-1A26CC24B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18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7" name="Oval 417">
                <a:extLst>
                  <a:ext uri="{FF2B5EF4-FFF2-40B4-BE49-F238E27FC236}">
                    <a16:creationId xmlns:a16="http://schemas.microsoft.com/office/drawing/2014/main" id="{BC99C6F9-D6CD-1F29-6686-1FAF49D4D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1215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8" name="Freeform 418">
                <a:extLst>
                  <a:ext uri="{FF2B5EF4-FFF2-40B4-BE49-F238E27FC236}">
                    <a16:creationId xmlns:a16="http://schemas.microsoft.com/office/drawing/2014/main" id="{FAE218BE-F609-73E8-E469-90D0A0B55F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6" y="544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39" name="Freeform 419">
                <a:extLst>
                  <a:ext uri="{FF2B5EF4-FFF2-40B4-BE49-F238E27FC236}">
                    <a16:creationId xmlns:a16="http://schemas.microsoft.com/office/drawing/2014/main" id="{093B30C2-7A15-9C6C-B8C5-3FBCF20C76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2" y="57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0" name="Freeform 420">
                <a:extLst>
                  <a:ext uri="{FF2B5EF4-FFF2-40B4-BE49-F238E27FC236}">
                    <a16:creationId xmlns:a16="http://schemas.microsoft.com/office/drawing/2014/main" id="{8286FD50-08CC-7B4C-86F7-7100950F6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8" y="61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1" name="Freeform 421">
                <a:extLst>
                  <a:ext uri="{FF2B5EF4-FFF2-40B4-BE49-F238E27FC236}">
                    <a16:creationId xmlns:a16="http://schemas.microsoft.com/office/drawing/2014/main" id="{650697E6-8F51-7DE6-F083-2DD694A4D3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5" y="645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2" name="Freeform 422">
                <a:extLst>
                  <a:ext uri="{FF2B5EF4-FFF2-40B4-BE49-F238E27FC236}">
                    <a16:creationId xmlns:a16="http://schemas.microsoft.com/office/drawing/2014/main" id="{98356AFB-4C19-6840-A01A-7DD4EC9FB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1" y="67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3" name="Oval 423">
                <a:extLst>
                  <a:ext uri="{FF2B5EF4-FFF2-40B4-BE49-F238E27FC236}">
                    <a16:creationId xmlns:a16="http://schemas.microsoft.com/office/drawing/2014/main" id="{839F656F-0F4E-E193-6A6D-0040943F66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8" y="714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4" name="Freeform 424">
                <a:extLst>
                  <a:ext uri="{FF2B5EF4-FFF2-40B4-BE49-F238E27FC236}">
                    <a16:creationId xmlns:a16="http://schemas.microsoft.com/office/drawing/2014/main" id="{A564E751-3819-9B1A-463F-5438D23CA6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3" y="747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5" name="Freeform 425">
                <a:extLst>
                  <a:ext uri="{FF2B5EF4-FFF2-40B4-BE49-F238E27FC236}">
                    <a16:creationId xmlns:a16="http://schemas.microsoft.com/office/drawing/2014/main" id="{2C0F2E6E-DBC7-4CA6-01B1-E99B6E890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9" y="78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6" name="Freeform 426">
                <a:extLst>
                  <a:ext uri="{FF2B5EF4-FFF2-40B4-BE49-F238E27FC236}">
                    <a16:creationId xmlns:a16="http://schemas.microsoft.com/office/drawing/2014/main" id="{3916FB70-CDC2-12B0-E4F9-6D2BC80C3A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5" y="81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7" name="Freeform 427">
                <a:extLst>
                  <a:ext uri="{FF2B5EF4-FFF2-40B4-BE49-F238E27FC236}">
                    <a16:creationId xmlns:a16="http://schemas.microsoft.com/office/drawing/2014/main" id="{9CC31611-98B5-8F71-BEB8-2FED66592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84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8" name="Freeform 428">
                <a:extLst>
                  <a:ext uri="{FF2B5EF4-FFF2-40B4-BE49-F238E27FC236}">
                    <a16:creationId xmlns:a16="http://schemas.microsoft.com/office/drawing/2014/main" id="{66AE8341-1C44-5262-829D-9EC120C1CC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8" y="882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49" name="Oval 429">
                <a:extLst>
                  <a:ext uri="{FF2B5EF4-FFF2-40B4-BE49-F238E27FC236}">
                    <a16:creationId xmlns:a16="http://schemas.microsoft.com/office/drawing/2014/main" id="{A8F720E2-A86A-B6AD-6E50-276EC0B2E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5" y="917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0" name="Oval 430">
                <a:extLst>
                  <a:ext uri="{FF2B5EF4-FFF2-40B4-BE49-F238E27FC236}">
                    <a16:creationId xmlns:a16="http://schemas.microsoft.com/office/drawing/2014/main" id="{2B612463-0023-191B-0814-E9CEC773F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1" y="951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1" name="Freeform 431">
                <a:extLst>
                  <a:ext uri="{FF2B5EF4-FFF2-40B4-BE49-F238E27FC236}">
                    <a16:creationId xmlns:a16="http://schemas.microsoft.com/office/drawing/2014/main" id="{417C6EA2-BC7A-B31C-3B95-3E0234C38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6" y="98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2" name="Freeform 432">
                <a:extLst>
                  <a:ext uri="{FF2B5EF4-FFF2-40B4-BE49-F238E27FC236}">
                    <a16:creationId xmlns:a16="http://schemas.microsoft.com/office/drawing/2014/main" id="{F4159A74-F97B-316F-6569-A18DF9217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101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3" name="Freeform 433">
                <a:extLst>
                  <a:ext uri="{FF2B5EF4-FFF2-40B4-BE49-F238E27FC236}">
                    <a16:creationId xmlns:a16="http://schemas.microsoft.com/office/drawing/2014/main" id="{C605838C-4C1F-95D1-4715-608395AE1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1051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4" name="Freeform 434">
                <a:extLst>
                  <a:ext uri="{FF2B5EF4-FFF2-40B4-BE49-F238E27FC236}">
                    <a16:creationId xmlns:a16="http://schemas.microsoft.com/office/drawing/2014/main" id="{A9CE41E2-3ED1-A843-EF19-10EB0D530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5" y="1085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5" name="Freeform 435">
                <a:extLst>
                  <a:ext uri="{FF2B5EF4-FFF2-40B4-BE49-F238E27FC236}">
                    <a16:creationId xmlns:a16="http://schemas.microsoft.com/office/drawing/2014/main" id="{684096E1-55D6-9357-5BF6-787FCF6AD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1" y="111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6" name="Freeform 436">
                <a:extLst>
                  <a:ext uri="{FF2B5EF4-FFF2-40B4-BE49-F238E27FC236}">
                    <a16:creationId xmlns:a16="http://schemas.microsoft.com/office/drawing/2014/main" id="{CDE1BE7E-4576-3B6E-E519-1E3F78825C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7" y="1153"/>
                <a:ext cx="23" cy="22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7" name="Freeform 437">
                <a:extLst>
                  <a:ext uri="{FF2B5EF4-FFF2-40B4-BE49-F238E27FC236}">
                    <a16:creationId xmlns:a16="http://schemas.microsoft.com/office/drawing/2014/main" id="{28467D30-2C0A-384C-503E-CF407F0BC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118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8" name="Freeform 438">
                <a:extLst>
                  <a:ext uri="{FF2B5EF4-FFF2-40B4-BE49-F238E27FC236}">
                    <a16:creationId xmlns:a16="http://schemas.microsoft.com/office/drawing/2014/main" id="{45DB775F-CF28-D13D-169B-AE2583808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9" y="516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59" name="Freeform 439">
                <a:extLst>
                  <a:ext uri="{FF2B5EF4-FFF2-40B4-BE49-F238E27FC236}">
                    <a16:creationId xmlns:a16="http://schemas.microsoft.com/office/drawing/2014/main" id="{A475FB76-D4DE-8819-602B-9A674AA941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5" y="550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0" name="Freeform 440">
                <a:extLst>
                  <a:ext uri="{FF2B5EF4-FFF2-40B4-BE49-F238E27FC236}">
                    <a16:creationId xmlns:a16="http://schemas.microsoft.com/office/drawing/2014/main" id="{DDEF1C71-B4F5-11D6-FAC3-C9F2C787D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" y="584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1" name="Freeform 441">
                <a:extLst>
                  <a:ext uri="{FF2B5EF4-FFF2-40B4-BE49-F238E27FC236}">
                    <a16:creationId xmlns:a16="http://schemas.microsoft.com/office/drawing/2014/main" id="{B63060E2-A9EB-D2BC-41DE-AFF80D0792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7" y="61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2" name="Freeform 442">
                <a:extLst>
                  <a:ext uri="{FF2B5EF4-FFF2-40B4-BE49-F238E27FC236}">
                    <a16:creationId xmlns:a16="http://schemas.microsoft.com/office/drawing/2014/main" id="{23A0D459-FDA3-507B-C2E9-F6725796ED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3" y="651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3" name="Oval 443">
                <a:extLst>
                  <a:ext uri="{FF2B5EF4-FFF2-40B4-BE49-F238E27FC236}">
                    <a16:creationId xmlns:a16="http://schemas.microsoft.com/office/drawing/2014/main" id="{4BB65627-E64D-05E9-C9D7-8D383A9DF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0" y="68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4" name="Oval 444">
                <a:extLst>
                  <a:ext uri="{FF2B5EF4-FFF2-40B4-BE49-F238E27FC236}">
                    <a16:creationId xmlns:a16="http://schemas.microsoft.com/office/drawing/2014/main" id="{6FA31127-2FF7-F7BE-E5DB-453A7C61E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7" y="720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5" name="Freeform 445">
                <a:extLst>
                  <a:ext uri="{FF2B5EF4-FFF2-40B4-BE49-F238E27FC236}">
                    <a16:creationId xmlns:a16="http://schemas.microsoft.com/office/drawing/2014/main" id="{B207CB04-497D-E577-8859-63B60E8F8E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2" y="753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6" name="Freeform 446">
                <a:extLst>
                  <a:ext uri="{FF2B5EF4-FFF2-40B4-BE49-F238E27FC236}">
                    <a16:creationId xmlns:a16="http://schemas.microsoft.com/office/drawing/2014/main" id="{E8193F9E-B182-B37F-0F51-79B74E5DB4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8" y="787"/>
                <a:ext cx="23" cy="22"/>
              </a:xfrm>
              <a:custGeom>
                <a:avLst/>
                <a:gdLst>
                  <a:gd name="T0" fmla="*/ 194 w 1094"/>
                  <a:gd name="T1" fmla="*/ 899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899 h 1094"/>
                  <a:gd name="T8" fmla="*/ 194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899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899"/>
                    </a:cubicBezTo>
                    <a:cubicBezTo>
                      <a:pt x="705" y="1094"/>
                      <a:pt x="389" y="1094"/>
                      <a:pt x="194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7" name="Freeform 447">
                <a:extLst>
                  <a:ext uri="{FF2B5EF4-FFF2-40B4-BE49-F238E27FC236}">
                    <a16:creationId xmlns:a16="http://schemas.microsoft.com/office/drawing/2014/main" id="{A2151FDA-B2E9-E81A-F438-34EC35C48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4" y="82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8" name="Freeform 448">
                <a:extLst>
                  <a:ext uri="{FF2B5EF4-FFF2-40B4-BE49-F238E27FC236}">
                    <a16:creationId xmlns:a16="http://schemas.microsoft.com/office/drawing/2014/main" id="{3A6557AC-79F2-34E1-4E36-136FEF6ACD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0" y="854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69" name="Freeform 449">
                <a:extLst>
                  <a:ext uri="{FF2B5EF4-FFF2-40B4-BE49-F238E27FC236}">
                    <a16:creationId xmlns:a16="http://schemas.microsoft.com/office/drawing/2014/main" id="{1CF941CA-C563-83D9-C30A-25CF6F86FF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6" y="88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0" name="Freeform 450">
                <a:extLst>
                  <a:ext uri="{FF2B5EF4-FFF2-40B4-BE49-F238E27FC236}">
                    <a16:creationId xmlns:a16="http://schemas.microsoft.com/office/drawing/2014/main" id="{DE2FB115-140C-7191-BA78-4EC9B4705F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3" y="922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1" name="Freeform 451">
                <a:extLst>
                  <a:ext uri="{FF2B5EF4-FFF2-40B4-BE49-F238E27FC236}">
                    <a16:creationId xmlns:a16="http://schemas.microsoft.com/office/drawing/2014/main" id="{D061404A-7BC8-64FC-F0C0-C4BCAB9A13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9" y="956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2" name="Freeform 452">
                <a:extLst>
                  <a:ext uri="{FF2B5EF4-FFF2-40B4-BE49-F238E27FC236}">
                    <a16:creationId xmlns:a16="http://schemas.microsoft.com/office/drawing/2014/main" id="{279F2EA3-5DBB-7162-EB7E-52B87FD6DE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990"/>
                <a:ext cx="23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6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6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3" name="Freeform 453">
                <a:extLst>
                  <a:ext uri="{FF2B5EF4-FFF2-40B4-BE49-F238E27FC236}">
                    <a16:creationId xmlns:a16="http://schemas.microsoft.com/office/drawing/2014/main" id="{4FDB6CE9-191B-F299-1D77-01918FFE7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1" y="1023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6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6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4" name="Freeform 454">
                <a:extLst>
                  <a:ext uri="{FF2B5EF4-FFF2-40B4-BE49-F238E27FC236}">
                    <a16:creationId xmlns:a16="http://schemas.microsoft.com/office/drawing/2014/main" id="{2F557564-8086-C6F4-C255-45F80E469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7" y="1057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5" name="Freeform 455">
                <a:extLst>
                  <a:ext uri="{FF2B5EF4-FFF2-40B4-BE49-F238E27FC236}">
                    <a16:creationId xmlns:a16="http://schemas.microsoft.com/office/drawing/2014/main" id="{5B89F337-F244-1FF0-ECD4-B3375E64A5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3" y="109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6" name="Freeform 456">
                <a:extLst>
                  <a:ext uri="{FF2B5EF4-FFF2-40B4-BE49-F238E27FC236}">
                    <a16:creationId xmlns:a16="http://schemas.microsoft.com/office/drawing/2014/main" id="{D5C385E3-82E7-31EB-009B-1DBC5D813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112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7" name="Freeform 457">
                <a:extLst>
                  <a:ext uri="{FF2B5EF4-FFF2-40B4-BE49-F238E27FC236}">
                    <a16:creationId xmlns:a16="http://schemas.microsoft.com/office/drawing/2014/main" id="{3A49982F-123F-5EE9-0484-4C2C9F651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1159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8" name="Freeform 458">
                <a:extLst>
                  <a:ext uri="{FF2B5EF4-FFF2-40B4-BE49-F238E27FC236}">
                    <a16:creationId xmlns:a16="http://schemas.microsoft.com/office/drawing/2014/main" id="{CBA214B5-1EEE-E396-F393-7CB309A023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1" y="48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79" name="Freeform 459">
                <a:extLst>
                  <a:ext uri="{FF2B5EF4-FFF2-40B4-BE49-F238E27FC236}">
                    <a16:creationId xmlns:a16="http://schemas.microsoft.com/office/drawing/2014/main" id="{602E546A-FDC3-D3F2-7E25-7979BF2FD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7" y="522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0" name="Freeform 460">
                <a:extLst>
                  <a:ext uri="{FF2B5EF4-FFF2-40B4-BE49-F238E27FC236}">
                    <a16:creationId xmlns:a16="http://schemas.microsoft.com/office/drawing/2014/main" id="{66EEF6ED-5854-E46E-DF58-54C79AA74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3" y="556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1" name="Freeform 461">
                <a:extLst>
                  <a:ext uri="{FF2B5EF4-FFF2-40B4-BE49-F238E27FC236}">
                    <a16:creationId xmlns:a16="http://schemas.microsoft.com/office/drawing/2014/main" id="{62871D53-CF4F-1166-2816-FABDEA57CF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9" y="590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2" name="Freeform 462">
                <a:extLst>
                  <a:ext uri="{FF2B5EF4-FFF2-40B4-BE49-F238E27FC236}">
                    <a16:creationId xmlns:a16="http://schemas.microsoft.com/office/drawing/2014/main" id="{D04227D3-BB6A-B920-2A27-0D8498BA5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624"/>
                <a:ext cx="22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3" name="Freeform 463">
                <a:extLst>
                  <a:ext uri="{FF2B5EF4-FFF2-40B4-BE49-F238E27FC236}">
                    <a16:creationId xmlns:a16="http://schemas.microsoft.com/office/drawing/2014/main" id="{D98D9E2E-B9AC-F5C4-947F-82B9AF1EB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2" y="65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4" name="Freeform 464">
                <a:extLst>
                  <a:ext uri="{FF2B5EF4-FFF2-40B4-BE49-F238E27FC236}">
                    <a16:creationId xmlns:a16="http://schemas.microsoft.com/office/drawing/2014/main" id="{F857F91F-4229-E2A0-CCDD-3EF129E07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8" y="69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5" name="Freeform 465">
                <a:extLst>
                  <a:ext uri="{FF2B5EF4-FFF2-40B4-BE49-F238E27FC236}">
                    <a16:creationId xmlns:a16="http://schemas.microsoft.com/office/drawing/2014/main" id="{70AA8813-F20B-C182-474D-9266966A9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4" y="725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6" name="Freeform 466">
                <a:extLst>
                  <a:ext uri="{FF2B5EF4-FFF2-40B4-BE49-F238E27FC236}">
                    <a16:creationId xmlns:a16="http://schemas.microsoft.com/office/drawing/2014/main" id="{05850127-F6DE-4770-049B-2FE8AA6679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759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7" name="Freeform 467">
                <a:extLst>
                  <a:ext uri="{FF2B5EF4-FFF2-40B4-BE49-F238E27FC236}">
                    <a16:creationId xmlns:a16="http://schemas.microsoft.com/office/drawing/2014/main" id="{A0C85A94-21E5-D64A-638F-6C651C984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793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8" name="Freeform 468">
                <a:extLst>
                  <a:ext uri="{FF2B5EF4-FFF2-40B4-BE49-F238E27FC236}">
                    <a16:creationId xmlns:a16="http://schemas.microsoft.com/office/drawing/2014/main" id="{4D13F9BC-AC85-D9F8-4981-22CAB35E3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3" y="827"/>
                <a:ext cx="22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89" name="Freeform 469">
                <a:extLst>
                  <a:ext uri="{FF2B5EF4-FFF2-40B4-BE49-F238E27FC236}">
                    <a16:creationId xmlns:a16="http://schemas.microsoft.com/office/drawing/2014/main" id="{F8904FFF-E950-63C0-2E7A-CD8791A02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9" y="861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0" name="Freeform 470">
                <a:extLst>
                  <a:ext uri="{FF2B5EF4-FFF2-40B4-BE49-F238E27FC236}">
                    <a16:creationId xmlns:a16="http://schemas.microsoft.com/office/drawing/2014/main" id="{D2524CE2-22BA-C3C8-D4E0-F5AE1C25D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5" y="89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1" name="Oval 471">
                <a:extLst>
                  <a:ext uri="{FF2B5EF4-FFF2-40B4-BE49-F238E27FC236}">
                    <a16:creationId xmlns:a16="http://schemas.microsoft.com/office/drawing/2014/main" id="{AB0346A1-8C21-7899-83CA-96EFEF006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2" y="929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2" name="Oval 472">
                <a:extLst>
                  <a:ext uri="{FF2B5EF4-FFF2-40B4-BE49-F238E27FC236}">
                    <a16:creationId xmlns:a16="http://schemas.microsoft.com/office/drawing/2014/main" id="{6F876700-B106-6514-10CE-72C33F35A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8" y="96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3" name="Freeform 473">
                <a:extLst>
                  <a:ext uri="{FF2B5EF4-FFF2-40B4-BE49-F238E27FC236}">
                    <a16:creationId xmlns:a16="http://schemas.microsoft.com/office/drawing/2014/main" id="{0BBD8DC7-40F7-A0B3-6D03-9D568F3926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3" y="996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4" name="Freeform 474">
                <a:extLst>
                  <a:ext uri="{FF2B5EF4-FFF2-40B4-BE49-F238E27FC236}">
                    <a16:creationId xmlns:a16="http://schemas.microsoft.com/office/drawing/2014/main" id="{1EC98D95-9179-7DA6-8B0B-17D1B75AA0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0" y="1030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5" name="Freeform 475">
                <a:extLst>
                  <a:ext uri="{FF2B5EF4-FFF2-40B4-BE49-F238E27FC236}">
                    <a16:creationId xmlns:a16="http://schemas.microsoft.com/office/drawing/2014/main" id="{BA3EA9A0-01E7-7654-3662-EC8475E8F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6" y="1064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6" name="Freeform 476">
                <a:extLst>
                  <a:ext uri="{FF2B5EF4-FFF2-40B4-BE49-F238E27FC236}">
                    <a16:creationId xmlns:a16="http://schemas.microsoft.com/office/drawing/2014/main" id="{AA4F34CD-0920-96A2-D2AA-B3F2CC663F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2" y="109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7" name="Freeform 477">
                <a:extLst>
                  <a:ext uri="{FF2B5EF4-FFF2-40B4-BE49-F238E27FC236}">
                    <a16:creationId xmlns:a16="http://schemas.microsoft.com/office/drawing/2014/main" id="{8D2CE264-7B6D-8D28-2EFC-6E2C632BCB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8" y="1131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8" name="Freeform 478">
                <a:extLst>
                  <a:ext uri="{FF2B5EF4-FFF2-40B4-BE49-F238E27FC236}">
                    <a16:creationId xmlns:a16="http://schemas.microsoft.com/office/drawing/2014/main" id="{FA9177D9-D74A-8454-A91E-D74ACE30A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3" y="461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399" name="Freeform 479">
                <a:extLst>
                  <a:ext uri="{FF2B5EF4-FFF2-40B4-BE49-F238E27FC236}">
                    <a16:creationId xmlns:a16="http://schemas.microsoft.com/office/drawing/2014/main" id="{19F1F583-D938-11A2-5378-1FBA22218E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0" y="495"/>
                <a:ext cx="22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0" name="Freeform 480">
                <a:extLst>
                  <a:ext uri="{FF2B5EF4-FFF2-40B4-BE49-F238E27FC236}">
                    <a16:creationId xmlns:a16="http://schemas.microsoft.com/office/drawing/2014/main" id="{26128670-C095-F820-BE6E-5E262774EE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52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1" name="Freeform 481">
                <a:extLst>
                  <a:ext uri="{FF2B5EF4-FFF2-40B4-BE49-F238E27FC236}">
                    <a16:creationId xmlns:a16="http://schemas.microsoft.com/office/drawing/2014/main" id="{5774C883-3BE4-B72C-7B41-54C7409DEB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2" y="562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2" name="Freeform 482">
                <a:extLst>
                  <a:ext uri="{FF2B5EF4-FFF2-40B4-BE49-F238E27FC236}">
                    <a16:creationId xmlns:a16="http://schemas.microsoft.com/office/drawing/2014/main" id="{5DCE5F06-8019-0BDC-ACF8-4ACC6C3560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8" y="596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3" name="Freeform 483">
                <a:extLst>
                  <a:ext uri="{FF2B5EF4-FFF2-40B4-BE49-F238E27FC236}">
                    <a16:creationId xmlns:a16="http://schemas.microsoft.com/office/drawing/2014/main" id="{DBF4AA42-888A-52A4-CC1C-E7FF04F8F6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4" y="63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4" name="Freeform 484">
                <a:extLst>
                  <a:ext uri="{FF2B5EF4-FFF2-40B4-BE49-F238E27FC236}">
                    <a16:creationId xmlns:a16="http://schemas.microsoft.com/office/drawing/2014/main" id="{D7C5EB79-5C6F-B9CD-EDE6-960C45963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0" y="66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5" name="Freeform 485">
                <a:extLst>
                  <a:ext uri="{FF2B5EF4-FFF2-40B4-BE49-F238E27FC236}">
                    <a16:creationId xmlns:a16="http://schemas.microsoft.com/office/drawing/2014/main" id="{8410D205-644D-8191-0ED6-D56CBA15A1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" y="698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6" name="Oval 486">
                <a:extLst>
                  <a:ext uri="{FF2B5EF4-FFF2-40B4-BE49-F238E27FC236}">
                    <a16:creationId xmlns:a16="http://schemas.microsoft.com/office/drawing/2014/main" id="{D749628A-13F3-8477-F63B-74C9EE607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732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7" name="Freeform 487">
                <a:extLst>
                  <a:ext uri="{FF2B5EF4-FFF2-40B4-BE49-F238E27FC236}">
                    <a16:creationId xmlns:a16="http://schemas.microsoft.com/office/drawing/2014/main" id="{C74116B1-E314-BE74-931E-BB3D2AEE3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9" y="76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8" name="Freeform 488">
                <a:extLst>
                  <a:ext uri="{FF2B5EF4-FFF2-40B4-BE49-F238E27FC236}">
                    <a16:creationId xmlns:a16="http://schemas.microsoft.com/office/drawing/2014/main" id="{84F5CBDE-E2CA-57D1-34FE-B22DC1A56C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5" y="79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09" name="Freeform 489">
                <a:extLst>
                  <a:ext uri="{FF2B5EF4-FFF2-40B4-BE49-F238E27FC236}">
                    <a16:creationId xmlns:a16="http://schemas.microsoft.com/office/drawing/2014/main" id="{1D471FE6-75F6-435D-D8A6-0A8DD4578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1" y="83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0" name="Freeform 490">
                <a:extLst>
                  <a:ext uri="{FF2B5EF4-FFF2-40B4-BE49-F238E27FC236}">
                    <a16:creationId xmlns:a16="http://schemas.microsoft.com/office/drawing/2014/main" id="{B8FBA017-F80C-D22C-5374-CF073734EB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7" y="86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1" name="Freeform 491">
                <a:extLst>
                  <a:ext uri="{FF2B5EF4-FFF2-40B4-BE49-F238E27FC236}">
                    <a16:creationId xmlns:a16="http://schemas.microsoft.com/office/drawing/2014/main" id="{D4B44E9D-7E2B-1B50-3D9F-CEA39205A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901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2" name="Oval 492">
                <a:extLst>
                  <a:ext uri="{FF2B5EF4-FFF2-40B4-BE49-F238E27FC236}">
                    <a16:creationId xmlns:a16="http://schemas.microsoft.com/office/drawing/2014/main" id="{F10EDD9B-4A70-A12D-3AA5-C376149D0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11" y="935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3" name="Freeform 493">
                <a:extLst>
                  <a:ext uri="{FF2B5EF4-FFF2-40B4-BE49-F238E27FC236}">
                    <a16:creationId xmlns:a16="http://schemas.microsoft.com/office/drawing/2014/main" id="{9D3BA6AA-44BF-B7E1-F9C2-D27E40F56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96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4" name="Freeform 494">
                <a:extLst>
                  <a:ext uri="{FF2B5EF4-FFF2-40B4-BE49-F238E27FC236}">
                    <a16:creationId xmlns:a16="http://schemas.microsoft.com/office/drawing/2014/main" id="{0BAACFBE-DCF6-FB14-E558-AAEFFB503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2" y="1002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5" name="Freeform 495">
                <a:extLst>
                  <a:ext uri="{FF2B5EF4-FFF2-40B4-BE49-F238E27FC236}">
                    <a16:creationId xmlns:a16="http://schemas.microsoft.com/office/drawing/2014/main" id="{3ED3E9F7-4A40-95CD-E2AD-AF3E721199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8" y="103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6" name="Freeform 496">
                <a:extLst>
                  <a:ext uri="{FF2B5EF4-FFF2-40B4-BE49-F238E27FC236}">
                    <a16:creationId xmlns:a16="http://schemas.microsoft.com/office/drawing/2014/main" id="{FDC8B4D4-A094-80F0-BCDF-E93FCD372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107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7" name="Freeform 497">
                <a:extLst>
                  <a:ext uri="{FF2B5EF4-FFF2-40B4-BE49-F238E27FC236}">
                    <a16:creationId xmlns:a16="http://schemas.microsoft.com/office/drawing/2014/main" id="{543A3671-1111-1304-AA64-038D9C3C4D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1104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8" name="Oval 498">
                <a:extLst>
                  <a:ext uri="{FF2B5EF4-FFF2-40B4-BE49-F238E27FC236}">
                    <a16:creationId xmlns:a16="http://schemas.microsoft.com/office/drawing/2014/main" id="{BEF11CEA-7B13-6AC9-D850-A76BB21948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" y="4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19" name="Oval 499">
                <a:extLst>
                  <a:ext uri="{FF2B5EF4-FFF2-40B4-BE49-F238E27FC236}">
                    <a16:creationId xmlns:a16="http://schemas.microsoft.com/office/drawing/2014/main" id="{C5450B7C-9A9F-79A2-BE19-144517ECA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" y="46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0" name="Freeform 500">
                <a:extLst>
                  <a:ext uri="{FF2B5EF4-FFF2-40B4-BE49-F238E27FC236}">
                    <a16:creationId xmlns:a16="http://schemas.microsoft.com/office/drawing/2014/main" id="{6AAC0C75-64C8-8FD0-A901-D820D0741C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8" y="50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1" name="Freeform 501">
                <a:extLst>
                  <a:ext uri="{FF2B5EF4-FFF2-40B4-BE49-F238E27FC236}">
                    <a16:creationId xmlns:a16="http://schemas.microsoft.com/office/drawing/2014/main" id="{93C8B8B0-51BF-209E-6CE6-026090EB31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4" y="535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2" name="Freeform 502">
                <a:extLst>
                  <a:ext uri="{FF2B5EF4-FFF2-40B4-BE49-F238E27FC236}">
                    <a16:creationId xmlns:a16="http://schemas.microsoft.com/office/drawing/2014/main" id="{04C8D8AF-4E93-F35C-6CA0-11D06041B4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568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3" name="Freeform 503">
                <a:extLst>
                  <a:ext uri="{FF2B5EF4-FFF2-40B4-BE49-F238E27FC236}">
                    <a16:creationId xmlns:a16="http://schemas.microsoft.com/office/drawing/2014/main" id="{4940E601-9F2D-7CFA-04F0-CBF71A3A8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7" y="602"/>
                <a:ext cx="22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4" name="Freeform 504">
                <a:extLst>
                  <a:ext uri="{FF2B5EF4-FFF2-40B4-BE49-F238E27FC236}">
                    <a16:creationId xmlns:a16="http://schemas.microsoft.com/office/drawing/2014/main" id="{EA6FA4C7-DC8E-07CC-5BB3-298E2043F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3" y="636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5" name="Freeform 505">
                <a:extLst>
                  <a:ext uri="{FF2B5EF4-FFF2-40B4-BE49-F238E27FC236}">
                    <a16:creationId xmlns:a16="http://schemas.microsoft.com/office/drawing/2014/main" id="{CFDC2240-2519-37C0-45F0-E816269146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9" y="67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6" name="Freeform 506">
                <a:extLst>
                  <a:ext uri="{FF2B5EF4-FFF2-40B4-BE49-F238E27FC236}">
                    <a16:creationId xmlns:a16="http://schemas.microsoft.com/office/drawing/2014/main" id="{943FA415-0229-A962-761D-04F1E2D96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5" y="70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7" name="Freeform 507">
                <a:extLst>
                  <a:ext uri="{FF2B5EF4-FFF2-40B4-BE49-F238E27FC236}">
                    <a16:creationId xmlns:a16="http://schemas.microsoft.com/office/drawing/2014/main" id="{401B8FC2-2A66-C9C7-95E8-B18C9D4921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1" y="738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8" name="Freeform 508">
                <a:extLst>
                  <a:ext uri="{FF2B5EF4-FFF2-40B4-BE49-F238E27FC236}">
                    <a16:creationId xmlns:a16="http://schemas.microsoft.com/office/drawing/2014/main" id="{60A6CB79-4467-2CFF-3E99-ADFFA91E17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7" y="771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29" name="Freeform 509">
                <a:extLst>
                  <a:ext uri="{FF2B5EF4-FFF2-40B4-BE49-F238E27FC236}">
                    <a16:creationId xmlns:a16="http://schemas.microsoft.com/office/drawing/2014/main" id="{21F4B6DC-CBD7-D6CE-A640-4227BCCEE6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4" y="805"/>
                <a:ext cx="22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0" name="Freeform 510">
                <a:extLst>
                  <a:ext uri="{FF2B5EF4-FFF2-40B4-BE49-F238E27FC236}">
                    <a16:creationId xmlns:a16="http://schemas.microsoft.com/office/drawing/2014/main" id="{CE45FDB0-74B5-DE9C-5BEA-48FBBCFA85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0" y="839"/>
                <a:ext cx="22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1" name="Freeform 511">
                <a:extLst>
                  <a:ext uri="{FF2B5EF4-FFF2-40B4-BE49-F238E27FC236}">
                    <a16:creationId xmlns:a16="http://schemas.microsoft.com/office/drawing/2014/main" id="{11219ABA-061D-C16C-A2C8-7330833CCE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87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2" name="Freeform 512">
                <a:extLst>
                  <a:ext uri="{FF2B5EF4-FFF2-40B4-BE49-F238E27FC236}">
                    <a16:creationId xmlns:a16="http://schemas.microsoft.com/office/drawing/2014/main" id="{07FB941C-4EE7-F975-4C5D-06AB2C068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2" y="90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3" name="Freeform 513">
                <a:extLst>
                  <a:ext uri="{FF2B5EF4-FFF2-40B4-BE49-F238E27FC236}">
                    <a16:creationId xmlns:a16="http://schemas.microsoft.com/office/drawing/2014/main" id="{42EB6598-972B-D124-BB2A-6726402F6E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8" y="941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4" name="Oval 514">
                <a:extLst>
                  <a:ext uri="{FF2B5EF4-FFF2-40B4-BE49-F238E27FC236}">
                    <a16:creationId xmlns:a16="http://schemas.microsoft.com/office/drawing/2014/main" id="{34298BD5-4ADA-4808-AB2F-97DE20604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5" y="976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5" name="Oval 515">
                <a:extLst>
                  <a:ext uri="{FF2B5EF4-FFF2-40B4-BE49-F238E27FC236}">
                    <a16:creationId xmlns:a16="http://schemas.microsoft.com/office/drawing/2014/main" id="{88BB6F0F-EC7B-1EA2-E0B5-3DD1BDBC3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2" y="1009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6" name="Freeform 516">
                <a:extLst>
                  <a:ext uri="{FF2B5EF4-FFF2-40B4-BE49-F238E27FC236}">
                    <a16:creationId xmlns:a16="http://schemas.microsoft.com/office/drawing/2014/main" id="{DEF42FAE-E9DB-81B7-A73E-91F0579CD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7" y="1042"/>
                <a:ext cx="22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7" name="Freeform 517">
                <a:extLst>
                  <a:ext uri="{FF2B5EF4-FFF2-40B4-BE49-F238E27FC236}">
                    <a16:creationId xmlns:a16="http://schemas.microsoft.com/office/drawing/2014/main" id="{38E0EF75-0CD8-2477-A7D7-244FC0C27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3" y="107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8" name="Oval 518">
                <a:extLst>
                  <a:ext uri="{FF2B5EF4-FFF2-40B4-BE49-F238E27FC236}">
                    <a16:creationId xmlns:a16="http://schemas.microsoft.com/office/drawing/2014/main" id="{A8157DB4-4CD8-6351-0044-592460172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9" y="4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39" name="Freeform 519">
                <a:extLst>
                  <a:ext uri="{FF2B5EF4-FFF2-40B4-BE49-F238E27FC236}">
                    <a16:creationId xmlns:a16="http://schemas.microsoft.com/office/drawing/2014/main" id="{1749D774-2D5F-CC90-2E61-DA0CDE4F2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4" y="43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0" name="Freeform 520">
                <a:extLst>
                  <a:ext uri="{FF2B5EF4-FFF2-40B4-BE49-F238E27FC236}">
                    <a16:creationId xmlns:a16="http://schemas.microsoft.com/office/drawing/2014/main" id="{B9D2B031-CCCD-8566-F090-002BE42EB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0" y="47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1" name="Freeform 521">
                <a:extLst>
                  <a:ext uri="{FF2B5EF4-FFF2-40B4-BE49-F238E27FC236}">
                    <a16:creationId xmlns:a16="http://schemas.microsoft.com/office/drawing/2014/main" id="{24D515AD-598C-24AD-2D22-880818B9F1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7" y="507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2" name="Freeform 522">
                <a:extLst>
                  <a:ext uri="{FF2B5EF4-FFF2-40B4-BE49-F238E27FC236}">
                    <a16:creationId xmlns:a16="http://schemas.microsoft.com/office/drawing/2014/main" id="{00DC32DE-BC85-9379-8AAA-779559DE4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3" y="541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3" name="Freeform 523">
                <a:extLst>
                  <a:ext uri="{FF2B5EF4-FFF2-40B4-BE49-F238E27FC236}">
                    <a16:creationId xmlns:a16="http://schemas.microsoft.com/office/drawing/2014/main" id="{8661BAFC-C69D-E310-D80C-BD30B2E4C1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9" y="575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4" name="Freeform 524">
                <a:extLst>
                  <a:ext uri="{FF2B5EF4-FFF2-40B4-BE49-F238E27FC236}">
                    <a16:creationId xmlns:a16="http://schemas.microsoft.com/office/drawing/2014/main" id="{61F19817-4997-500B-F0C0-0B5BB522B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5" y="609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5" name="Freeform 525">
                <a:extLst>
                  <a:ext uri="{FF2B5EF4-FFF2-40B4-BE49-F238E27FC236}">
                    <a16:creationId xmlns:a16="http://schemas.microsoft.com/office/drawing/2014/main" id="{B9221ED8-57C3-F901-1F1C-02F680086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1" y="642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6" name="Freeform 526">
                <a:extLst>
                  <a:ext uri="{FF2B5EF4-FFF2-40B4-BE49-F238E27FC236}">
                    <a16:creationId xmlns:a16="http://schemas.microsoft.com/office/drawing/2014/main" id="{95ED4455-58BA-FB82-6332-BFF7A8DA6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7" y="67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7" name="Freeform 527">
                <a:extLst>
                  <a:ext uri="{FF2B5EF4-FFF2-40B4-BE49-F238E27FC236}">
                    <a16:creationId xmlns:a16="http://schemas.microsoft.com/office/drawing/2014/main" id="{220F4EDB-99DE-2AAF-4AFC-BEB6559518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710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8" name="Freeform 528">
                <a:extLst>
                  <a:ext uri="{FF2B5EF4-FFF2-40B4-BE49-F238E27FC236}">
                    <a16:creationId xmlns:a16="http://schemas.microsoft.com/office/drawing/2014/main" id="{56797550-33FD-4928-01E7-C9415CFF8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0" y="74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49" name="Freeform 529">
                <a:extLst>
                  <a:ext uri="{FF2B5EF4-FFF2-40B4-BE49-F238E27FC236}">
                    <a16:creationId xmlns:a16="http://schemas.microsoft.com/office/drawing/2014/main" id="{27E6D6C9-C580-A562-4656-C9252B57A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778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0" name="Freeform 530">
                <a:extLst>
                  <a:ext uri="{FF2B5EF4-FFF2-40B4-BE49-F238E27FC236}">
                    <a16:creationId xmlns:a16="http://schemas.microsoft.com/office/drawing/2014/main" id="{128E4638-FD9F-7DB3-52B3-5D74700E8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812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1" name="Freeform 531">
                <a:extLst>
                  <a:ext uri="{FF2B5EF4-FFF2-40B4-BE49-F238E27FC236}">
                    <a16:creationId xmlns:a16="http://schemas.microsoft.com/office/drawing/2014/main" id="{7FC5CAB3-148D-0409-8750-297656B47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845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2" name="Freeform 532">
                <a:extLst>
                  <a:ext uri="{FF2B5EF4-FFF2-40B4-BE49-F238E27FC236}">
                    <a16:creationId xmlns:a16="http://schemas.microsoft.com/office/drawing/2014/main" id="{C48BB0E8-8892-A180-2C51-C5FA8F92D9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4" y="87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3" name="Freeform 533">
                <a:extLst>
                  <a:ext uri="{FF2B5EF4-FFF2-40B4-BE49-F238E27FC236}">
                    <a16:creationId xmlns:a16="http://schemas.microsoft.com/office/drawing/2014/main" id="{A174CE65-F604-ED3E-243F-B67E607A0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1" y="913"/>
                <a:ext cx="22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4" name="Oval 534">
                <a:extLst>
                  <a:ext uri="{FF2B5EF4-FFF2-40B4-BE49-F238E27FC236}">
                    <a16:creationId xmlns:a16="http://schemas.microsoft.com/office/drawing/2014/main" id="{D3FD18F5-227C-D057-5191-B31560FF0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94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5" name="Oval 535">
                <a:extLst>
                  <a:ext uri="{FF2B5EF4-FFF2-40B4-BE49-F238E27FC236}">
                    <a16:creationId xmlns:a16="http://schemas.microsoft.com/office/drawing/2014/main" id="{AE9F8709-2F57-5C22-B4A9-BAEDAC1C30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4" y="98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6" name="Freeform 536">
                <a:extLst>
                  <a:ext uri="{FF2B5EF4-FFF2-40B4-BE49-F238E27FC236}">
                    <a16:creationId xmlns:a16="http://schemas.microsoft.com/office/drawing/2014/main" id="{79B44C10-8052-2648-2BFC-B38E23713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015"/>
                <a:ext cx="23" cy="22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7" name="Freeform 537">
                <a:extLst>
                  <a:ext uri="{FF2B5EF4-FFF2-40B4-BE49-F238E27FC236}">
                    <a16:creationId xmlns:a16="http://schemas.microsoft.com/office/drawing/2014/main" id="{AAC9B79E-D650-5A92-EFD5-691A9458E9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5" y="104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8" name="Freeform 538">
                <a:extLst>
                  <a:ext uri="{FF2B5EF4-FFF2-40B4-BE49-F238E27FC236}">
                    <a16:creationId xmlns:a16="http://schemas.microsoft.com/office/drawing/2014/main" id="{2340247A-1AB4-82D8-02BD-5B1D084A86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1" y="378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59" name="Freeform 539">
                <a:extLst>
                  <a:ext uri="{FF2B5EF4-FFF2-40B4-BE49-F238E27FC236}">
                    <a16:creationId xmlns:a16="http://schemas.microsoft.com/office/drawing/2014/main" id="{209B6BA8-D6C2-38CB-23DB-6B5FE2F725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412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5 h 1094"/>
                  <a:gd name="T4" fmla="*/ 899 w 1094"/>
                  <a:gd name="T5" fmla="*/ 195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0" name="Oval 540">
                <a:extLst>
                  <a:ext uri="{FF2B5EF4-FFF2-40B4-BE49-F238E27FC236}">
                    <a16:creationId xmlns:a16="http://schemas.microsoft.com/office/drawing/2014/main" id="{9E4A748B-FEBB-D809-998F-E44E605366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447"/>
                <a:ext cx="21" cy="20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1" name="Oval 541">
                <a:extLst>
                  <a:ext uri="{FF2B5EF4-FFF2-40B4-BE49-F238E27FC236}">
                    <a16:creationId xmlns:a16="http://schemas.microsoft.com/office/drawing/2014/main" id="{194EE8FE-26AC-CAAA-C398-DF459CDDC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0" y="48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2" name="Freeform 542">
                <a:extLst>
                  <a:ext uri="{FF2B5EF4-FFF2-40B4-BE49-F238E27FC236}">
                    <a16:creationId xmlns:a16="http://schemas.microsoft.com/office/drawing/2014/main" id="{4BB40038-354F-DD98-87E3-C1FBD6000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5" y="51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3" name="Freeform 543">
                <a:extLst>
                  <a:ext uri="{FF2B5EF4-FFF2-40B4-BE49-F238E27FC236}">
                    <a16:creationId xmlns:a16="http://schemas.microsoft.com/office/drawing/2014/main" id="{F401A7C7-1705-29D2-16F0-0AFEAE192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1" y="54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4" name="Freeform 544">
                <a:extLst>
                  <a:ext uri="{FF2B5EF4-FFF2-40B4-BE49-F238E27FC236}">
                    <a16:creationId xmlns:a16="http://schemas.microsoft.com/office/drawing/2014/main" id="{0A33CFB1-153A-280B-72F3-B76D1A2CE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8" y="581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5" name="Freeform 545">
                <a:extLst>
                  <a:ext uri="{FF2B5EF4-FFF2-40B4-BE49-F238E27FC236}">
                    <a16:creationId xmlns:a16="http://schemas.microsoft.com/office/drawing/2014/main" id="{1C206DFA-5775-2986-6E21-48042B8A3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4" y="615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6" name="Freeform 546">
                <a:extLst>
                  <a:ext uri="{FF2B5EF4-FFF2-40B4-BE49-F238E27FC236}">
                    <a16:creationId xmlns:a16="http://schemas.microsoft.com/office/drawing/2014/main" id="{85EFB433-1257-C117-A5B3-C54E4C0E7C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649"/>
                <a:ext cx="23" cy="22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7" name="Oval 547">
                <a:extLst>
                  <a:ext uri="{FF2B5EF4-FFF2-40B4-BE49-F238E27FC236}">
                    <a16:creationId xmlns:a16="http://schemas.microsoft.com/office/drawing/2014/main" id="{FFB5AA1A-556B-C76C-9C57-F845A45CE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7" y="68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8" name="Freeform 548">
                <a:extLst>
                  <a:ext uri="{FF2B5EF4-FFF2-40B4-BE49-F238E27FC236}">
                    <a16:creationId xmlns:a16="http://schemas.microsoft.com/office/drawing/2014/main" id="{040BD4B8-91E1-9733-1560-3DF2D8767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" y="71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69" name="Freeform 549">
                <a:extLst>
                  <a:ext uri="{FF2B5EF4-FFF2-40B4-BE49-F238E27FC236}">
                    <a16:creationId xmlns:a16="http://schemas.microsoft.com/office/drawing/2014/main" id="{499FF074-2B57-773E-6874-AF7A75305F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8" y="75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0" name="Freeform 550">
                <a:extLst>
                  <a:ext uri="{FF2B5EF4-FFF2-40B4-BE49-F238E27FC236}">
                    <a16:creationId xmlns:a16="http://schemas.microsoft.com/office/drawing/2014/main" id="{35F03C54-EBC4-12D5-B2B7-EA055B23D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78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1" name="Freeform 551">
                <a:extLst>
                  <a:ext uri="{FF2B5EF4-FFF2-40B4-BE49-F238E27FC236}">
                    <a16:creationId xmlns:a16="http://schemas.microsoft.com/office/drawing/2014/main" id="{C61D5745-23FA-2D74-77D7-BA0D43305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1" y="818"/>
                <a:ext cx="22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2" name="Freeform 552">
                <a:extLst>
                  <a:ext uri="{FF2B5EF4-FFF2-40B4-BE49-F238E27FC236}">
                    <a16:creationId xmlns:a16="http://schemas.microsoft.com/office/drawing/2014/main" id="{2F9D48E7-AD77-CEE9-ACB2-9645C4011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7" y="852"/>
                <a:ext cx="23" cy="22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3" name="Freeform 553">
                <a:extLst>
                  <a:ext uri="{FF2B5EF4-FFF2-40B4-BE49-F238E27FC236}">
                    <a16:creationId xmlns:a16="http://schemas.microsoft.com/office/drawing/2014/main" id="{49B32B13-91F7-97CD-393E-64C868A55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3" y="885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4" name="Freeform 554">
                <a:extLst>
                  <a:ext uri="{FF2B5EF4-FFF2-40B4-BE49-F238E27FC236}">
                    <a16:creationId xmlns:a16="http://schemas.microsoft.com/office/drawing/2014/main" id="{E0755AE0-97F3-4A31-FA93-438A7EF60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" y="91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5" name="Freeform 555">
                <a:extLst>
                  <a:ext uri="{FF2B5EF4-FFF2-40B4-BE49-F238E27FC236}">
                    <a16:creationId xmlns:a16="http://schemas.microsoft.com/office/drawing/2014/main" id="{8E8FB318-5D0C-7167-1E43-8425E7FB30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5" y="95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6" name="Freeform 556">
                <a:extLst>
                  <a:ext uri="{FF2B5EF4-FFF2-40B4-BE49-F238E27FC236}">
                    <a16:creationId xmlns:a16="http://schemas.microsoft.com/office/drawing/2014/main" id="{13833152-5A0F-9D29-C2B0-1065786AA9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1" y="98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7" name="Oval 557">
                <a:extLst>
                  <a:ext uri="{FF2B5EF4-FFF2-40B4-BE49-F238E27FC236}">
                    <a16:creationId xmlns:a16="http://schemas.microsoft.com/office/drawing/2014/main" id="{EE9FAD5D-CCAB-DF22-850F-F4360F34EF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9" y="1022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8" name="Freeform 558">
                <a:extLst>
                  <a:ext uri="{FF2B5EF4-FFF2-40B4-BE49-F238E27FC236}">
                    <a16:creationId xmlns:a16="http://schemas.microsoft.com/office/drawing/2014/main" id="{B10A47BC-A568-28E6-77BC-51301F6A4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3" y="35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79" name="Freeform 559">
                <a:extLst>
                  <a:ext uri="{FF2B5EF4-FFF2-40B4-BE49-F238E27FC236}">
                    <a16:creationId xmlns:a16="http://schemas.microsoft.com/office/drawing/2014/main" id="{C90979E0-4DF3-3D04-5285-6FE12969F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9" y="384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0" name="Oval 560">
                <a:extLst>
                  <a:ext uri="{FF2B5EF4-FFF2-40B4-BE49-F238E27FC236}">
                    <a16:creationId xmlns:a16="http://schemas.microsoft.com/office/drawing/2014/main" id="{10960D58-A33B-1A7A-D7E1-FD1C516AA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419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1" name="Oval 561">
                <a:extLst>
                  <a:ext uri="{FF2B5EF4-FFF2-40B4-BE49-F238E27FC236}">
                    <a16:creationId xmlns:a16="http://schemas.microsoft.com/office/drawing/2014/main" id="{57F311ED-4D9A-634B-50C0-565A71AF9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45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2" name="Freeform 562">
                <a:extLst>
                  <a:ext uri="{FF2B5EF4-FFF2-40B4-BE49-F238E27FC236}">
                    <a16:creationId xmlns:a16="http://schemas.microsoft.com/office/drawing/2014/main" id="{8277544C-33B9-9459-D036-651B9E0613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" y="486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3" name="Freeform 563">
                <a:extLst>
                  <a:ext uri="{FF2B5EF4-FFF2-40B4-BE49-F238E27FC236}">
                    <a16:creationId xmlns:a16="http://schemas.microsoft.com/office/drawing/2014/main" id="{E51F1A1D-5F64-2EC8-DCDB-EF04FBC75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519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4" name="Freeform 564">
                <a:extLst>
                  <a:ext uri="{FF2B5EF4-FFF2-40B4-BE49-F238E27FC236}">
                    <a16:creationId xmlns:a16="http://schemas.microsoft.com/office/drawing/2014/main" id="{E5AC3EB9-4F3D-63CC-58AF-BFF0286A2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553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5" name="Freeform 565">
                <a:extLst>
                  <a:ext uri="{FF2B5EF4-FFF2-40B4-BE49-F238E27FC236}">
                    <a16:creationId xmlns:a16="http://schemas.microsoft.com/office/drawing/2014/main" id="{BFE49F1A-CFD7-9D27-4A69-F3A8ACAF8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6" y="587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6" name="Freeform 566">
                <a:extLst>
                  <a:ext uri="{FF2B5EF4-FFF2-40B4-BE49-F238E27FC236}">
                    <a16:creationId xmlns:a16="http://schemas.microsoft.com/office/drawing/2014/main" id="{4A70A06D-494F-2FC4-45A5-F3CE0C3B6D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2" y="621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7" name="Freeform 567">
                <a:extLst>
                  <a:ext uri="{FF2B5EF4-FFF2-40B4-BE49-F238E27FC236}">
                    <a16:creationId xmlns:a16="http://schemas.microsoft.com/office/drawing/2014/main" id="{D00A575A-6351-5D33-B805-14C6F6222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8" y="65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8" name="Freeform 568">
                <a:extLst>
                  <a:ext uri="{FF2B5EF4-FFF2-40B4-BE49-F238E27FC236}">
                    <a16:creationId xmlns:a16="http://schemas.microsoft.com/office/drawing/2014/main" id="{2A612E0E-B157-E77D-BBEC-357F22FC1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5" y="689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89" name="Freeform 569">
                <a:extLst>
                  <a:ext uri="{FF2B5EF4-FFF2-40B4-BE49-F238E27FC236}">
                    <a16:creationId xmlns:a16="http://schemas.microsoft.com/office/drawing/2014/main" id="{CC9D754C-9FFE-307D-D6B7-681657C9F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1" y="722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0" name="Freeform 570">
                <a:extLst>
                  <a:ext uri="{FF2B5EF4-FFF2-40B4-BE49-F238E27FC236}">
                    <a16:creationId xmlns:a16="http://schemas.microsoft.com/office/drawing/2014/main" id="{CBA64139-223D-87A6-15A6-DDB19F615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7" y="756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1" name="Freeform 571">
                <a:extLst>
                  <a:ext uri="{FF2B5EF4-FFF2-40B4-BE49-F238E27FC236}">
                    <a16:creationId xmlns:a16="http://schemas.microsoft.com/office/drawing/2014/main" id="{812DBBEA-B640-3020-BB2B-E223CD9E5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3" y="79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2" name="Freeform 572">
                <a:extLst>
                  <a:ext uri="{FF2B5EF4-FFF2-40B4-BE49-F238E27FC236}">
                    <a16:creationId xmlns:a16="http://schemas.microsoft.com/office/drawing/2014/main" id="{8FA810AB-F137-398A-3C86-AAAD9D9DF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824"/>
                <a:ext cx="23" cy="23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3" name="Freeform 573">
                <a:extLst>
                  <a:ext uri="{FF2B5EF4-FFF2-40B4-BE49-F238E27FC236}">
                    <a16:creationId xmlns:a16="http://schemas.microsoft.com/office/drawing/2014/main" id="{089DF105-CE85-117C-AAF8-D539C8C65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5" y="85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4" name="Freeform 574">
                <a:extLst>
                  <a:ext uri="{FF2B5EF4-FFF2-40B4-BE49-F238E27FC236}">
                    <a16:creationId xmlns:a16="http://schemas.microsoft.com/office/drawing/2014/main" id="{16EADDBF-0675-FEFB-2572-D13D2C36F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892"/>
                <a:ext cx="22" cy="22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5" name="Freeform 575">
                <a:extLst>
                  <a:ext uri="{FF2B5EF4-FFF2-40B4-BE49-F238E27FC236}">
                    <a16:creationId xmlns:a16="http://schemas.microsoft.com/office/drawing/2014/main" id="{BBE0FA09-01FD-008C-D730-77B5A4598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926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6" name="Freeform 576">
                <a:extLst>
                  <a:ext uri="{FF2B5EF4-FFF2-40B4-BE49-F238E27FC236}">
                    <a16:creationId xmlns:a16="http://schemas.microsoft.com/office/drawing/2014/main" id="{3E75B0C1-8AD2-0583-83C9-F3128772B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959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7" name="Oval 577">
                <a:extLst>
                  <a:ext uri="{FF2B5EF4-FFF2-40B4-BE49-F238E27FC236}">
                    <a16:creationId xmlns:a16="http://schemas.microsoft.com/office/drawing/2014/main" id="{E10FEEFD-163C-979E-B13C-574A7DA34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1" y="99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8" name="Freeform 578">
                <a:extLst>
                  <a:ext uri="{FF2B5EF4-FFF2-40B4-BE49-F238E27FC236}">
                    <a16:creationId xmlns:a16="http://schemas.microsoft.com/office/drawing/2014/main" id="{908E7C32-82A8-0987-C3F1-7AE352AEA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5" y="323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499" name="Freeform 579">
                <a:extLst>
                  <a:ext uri="{FF2B5EF4-FFF2-40B4-BE49-F238E27FC236}">
                    <a16:creationId xmlns:a16="http://schemas.microsoft.com/office/drawing/2014/main" id="{A7EA053E-F954-543D-D428-C26E47325E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1" y="35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0" name="Freeform 580">
                <a:extLst>
                  <a:ext uri="{FF2B5EF4-FFF2-40B4-BE49-F238E27FC236}">
                    <a16:creationId xmlns:a16="http://schemas.microsoft.com/office/drawing/2014/main" id="{44BF114B-FBDC-4616-E865-A8D45392B6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8" y="390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1" name="Freeform 581">
                <a:extLst>
                  <a:ext uri="{FF2B5EF4-FFF2-40B4-BE49-F238E27FC236}">
                    <a16:creationId xmlns:a16="http://schemas.microsoft.com/office/drawing/2014/main" id="{8A1C3891-3678-545D-2CC8-D80D63C37F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4" y="424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2" name="Freeform 582">
                <a:extLst>
                  <a:ext uri="{FF2B5EF4-FFF2-40B4-BE49-F238E27FC236}">
                    <a16:creationId xmlns:a16="http://schemas.microsoft.com/office/drawing/2014/main" id="{38C3519C-969B-05BF-B7A0-E9326D0026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458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3" name="Oval 583">
                <a:extLst>
                  <a:ext uri="{FF2B5EF4-FFF2-40B4-BE49-F238E27FC236}">
                    <a16:creationId xmlns:a16="http://schemas.microsoft.com/office/drawing/2014/main" id="{9C9E0F4B-0A07-BB3D-91A4-4BB84406C4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493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4" name="Freeform 584">
                <a:extLst>
                  <a:ext uri="{FF2B5EF4-FFF2-40B4-BE49-F238E27FC236}">
                    <a16:creationId xmlns:a16="http://schemas.microsoft.com/office/drawing/2014/main" id="{43BB9FA1-CBC7-7B72-4409-7AB2609A54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2" y="526"/>
                <a:ext cx="23" cy="22"/>
              </a:xfrm>
              <a:custGeom>
                <a:avLst/>
                <a:gdLst>
                  <a:gd name="T0" fmla="*/ 195 w 1094"/>
                  <a:gd name="T1" fmla="*/ 900 h 1095"/>
                  <a:gd name="T2" fmla="*/ 195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5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90"/>
                      <a:pt x="1094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5" name="Freeform 585">
                <a:extLst>
                  <a:ext uri="{FF2B5EF4-FFF2-40B4-BE49-F238E27FC236}">
                    <a16:creationId xmlns:a16="http://schemas.microsoft.com/office/drawing/2014/main" id="{DA8A2C49-8AE4-6E3E-09EF-30D1A741C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8" y="560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6" name="Freeform 586">
                <a:extLst>
                  <a:ext uri="{FF2B5EF4-FFF2-40B4-BE49-F238E27FC236}">
                    <a16:creationId xmlns:a16="http://schemas.microsoft.com/office/drawing/2014/main" id="{0293379C-017C-0BC3-C3A7-294E3591D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5" y="593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7" name="Freeform 587">
                <a:extLst>
                  <a:ext uri="{FF2B5EF4-FFF2-40B4-BE49-F238E27FC236}">
                    <a16:creationId xmlns:a16="http://schemas.microsoft.com/office/drawing/2014/main" id="{72C3E303-7609-FE26-1EAD-966B7BD7A0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627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8" name="Freeform 588">
                <a:extLst>
                  <a:ext uri="{FF2B5EF4-FFF2-40B4-BE49-F238E27FC236}">
                    <a16:creationId xmlns:a16="http://schemas.microsoft.com/office/drawing/2014/main" id="{A96609C3-2496-2223-9845-7C2F1CBC2A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7" y="661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09" name="Oval 589">
                <a:extLst>
                  <a:ext uri="{FF2B5EF4-FFF2-40B4-BE49-F238E27FC236}">
                    <a16:creationId xmlns:a16="http://schemas.microsoft.com/office/drawing/2014/main" id="{245B44DA-184D-843B-FD86-D37E3B3260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4" y="69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0" name="Oval 590">
                <a:extLst>
                  <a:ext uri="{FF2B5EF4-FFF2-40B4-BE49-F238E27FC236}">
                    <a16:creationId xmlns:a16="http://schemas.microsoft.com/office/drawing/2014/main" id="{4EC78AA7-ADA5-7C46-B8FA-5CE153F5F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0" y="73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1" name="Freeform 591">
                <a:extLst>
                  <a:ext uri="{FF2B5EF4-FFF2-40B4-BE49-F238E27FC236}">
                    <a16:creationId xmlns:a16="http://schemas.microsoft.com/office/drawing/2014/main" id="{D6BB5D2C-343F-6761-5CD8-11C3AE208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5" y="763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2" name="Freeform 592">
                <a:extLst>
                  <a:ext uri="{FF2B5EF4-FFF2-40B4-BE49-F238E27FC236}">
                    <a16:creationId xmlns:a16="http://schemas.microsoft.com/office/drawing/2014/main" id="{9DE1BA4E-7A55-8878-C935-FB23EC8573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2" y="796"/>
                <a:ext cx="22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90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90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3" name="Freeform 593">
                <a:extLst>
                  <a:ext uri="{FF2B5EF4-FFF2-40B4-BE49-F238E27FC236}">
                    <a16:creationId xmlns:a16="http://schemas.microsoft.com/office/drawing/2014/main" id="{5411A107-49EC-EF2B-FCD7-CD1A83F97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8" y="830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5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4" name="Freeform 594">
                <a:extLst>
                  <a:ext uri="{FF2B5EF4-FFF2-40B4-BE49-F238E27FC236}">
                    <a16:creationId xmlns:a16="http://schemas.microsoft.com/office/drawing/2014/main" id="{9AE077CF-0CAF-7814-FC32-A2150935CD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" y="864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5 h 1094"/>
                  <a:gd name="T4" fmla="*/ 900 w 1095"/>
                  <a:gd name="T5" fmla="*/ 195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6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5" name="Freeform 595">
                <a:extLst>
                  <a:ext uri="{FF2B5EF4-FFF2-40B4-BE49-F238E27FC236}">
                    <a16:creationId xmlns:a16="http://schemas.microsoft.com/office/drawing/2014/main" id="{BBA2F2EF-CC4F-17A9-6668-924E269EC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0" y="898"/>
                <a:ext cx="23" cy="23"/>
              </a:xfrm>
              <a:custGeom>
                <a:avLst/>
                <a:gdLst>
                  <a:gd name="T0" fmla="*/ 194 w 1094"/>
                  <a:gd name="T1" fmla="*/ 900 h 1094"/>
                  <a:gd name="T2" fmla="*/ 194 w 1094"/>
                  <a:gd name="T3" fmla="*/ 194 h 1094"/>
                  <a:gd name="T4" fmla="*/ 899 w 1094"/>
                  <a:gd name="T5" fmla="*/ 194 h 1094"/>
                  <a:gd name="T6" fmla="*/ 899 w 1094"/>
                  <a:gd name="T7" fmla="*/ 900 h 1094"/>
                  <a:gd name="T8" fmla="*/ 194 w 1094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4" y="900"/>
                    </a:moveTo>
                    <a:cubicBezTo>
                      <a:pt x="0" y="705"/>
                      <a:pt x="0" y="389"/>
                      <a:pt x="194" y="194"/>
                    </a:cubicBezTo>
                    <a:cubicBezTo>
                      <a:pt x="389" y="0"/>
                      <a:pt x="705" y="0"/>
                      <a:pt x="899" y="194"/>
                    </a:cubicBezTo>
                    <a:cubicBezTo>
                      <a:pt x="1094" y="389"/>
                      <a:pt x="1094" y="705"/>
                      <a:pt x="899" y="900"/>
                    </a:cubicBezTo>
                    <a:cubicBezTo>
                      <a:pt x="705" y="1094"/>
                      <a:pt x="389" y="1094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6" name="Freeform 596">
                <a:extLst>
                  <a:ext uri="{FF2B5EF4-FFF2-40B4-BE49-F238E27FC236}">
                    <a16:creationId xmlns:a16="http://schemas.microsoft.com/office/drawing/2014/main" id="{563C9D12-CB88-2648-91D7-73327F8A28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932"/>
                <a:ext cx="23" cy="23"/>
              </a:xfrm>
              <a:custGeom>
                <a:avLst/>
                <a:gdLst>
                  <a:gd name="T0" fmla="*/ 195 w 1094"/>
                  <a:gd name="T1" fmla="*/ 899 h 1094"/>
                  <a:gd name="T2" fmla="*/ 195 w 1094"/>
                  <a:gd name="T3" fmla="*/ 194 h 1094"/>
                  <a:gd name="T4" fmla="*/ 900 w 1094"/>
                  <a:gd name="T5" fmla="*/ 194 h 1094"/>
                  <a:gd name="T6" fmla="*/ 900 w 1094"/>
                  <a:gd name="T7" fmla="*/ 899 h 1094"/>
                  <a:gd name="T8" fmla="*/ 195 w 1094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89" y="0"/>
                      <a:pt x="705" y="0"/>
                      <a:pt x="900" y="194"/>
                    </a:cubicBezTo>
                    <a:cubicBezTo>
                      <a:pt x="1094" y="389"/>
                      <a:pt x="1094" y="705"/>
                      <a:pt x="900" y="899"/>
                    </a:cubicBezTo>
                    <a:cubicBezTo>
                      <a:pt x="705" y="1094"/>
                      <a:pt x="389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7" name="Freeform 597">
                <a:extLst>
                  <a:ext uri="{FF2B5EF4-FFF2-40B4-BE49-F238E27FC236}">
                    <a16:creationId xmlns:a16="http://schemas.microsoft.com/office/drawing/2014/main" id="{E58B0DC6-924D-7C4C-5D16-CAA756530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2" y="966"/>
                <a:ext cx="23" cy="22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5" y="1095"/>
                      <a:pt x="389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8" name="Freeform 598">
                <a:extLst>
                  <a:ext uri="{FF2B5EF4-FFF2-40B4-BE49-F238E27FC236}">
                    <a16:creationId xmlns:a16="http://schemas.microsoft.com/office/drawing/2014/main" id="{146B0E63-AC0C-288E-FD71-48CF63E5F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8" y="295"/>
                <a:ext cx="23" cy="23"/>
              </a:xfrm>
              <a:custGeom>
                <a:avLst/>
                <a:gdLst>
                  <a:gd name="T0" fmla="*/ 195 w 1095"/>
                  <a:gd name="T1" fmla="*/ 900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900 h 1094"/>
                  <a:gd name="T8" fmla="*/ 195 w 1095"/>
                  <a:gd name="T9" fmla="*/ 900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900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900"/>
                    </a:cubicBezTo>
                    <a:cubicBezTo>
                      <a:pt x="705" y="1094"/>
                      <a:pt x="390" y="1094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19" name="Freeform 599">
                <a:extLst>
                  <a:ext uri="{FF2B5EF4-FFF2-40B4-BE49-F238E27FC236}">
                    <a16:creationId xmlns:a16="http://schemas.microsoft.com/office/drawing/2014/main" id="{F634CAFD-71A4-E308-A9C6-F8269A8C4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329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0" name="Freeform 600">
                <a:extLst>
                  <a:ext uri="{FF2B5EF4-FFF2-40B4-BE49-F238E27FC236}">
                    <a16:creationId xmlns:a16="http://schemas.microsoft.com/office/drawing/2014/main" id="{FD0CD5FC-C114-A097-0FD0-05A8E139F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363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1" name="Freeform 601">
                <a:extLst>
                  <a:ext uri="{FF2B5EF4-FFF2-40B4-BE49-F238E27FC236}">
                    <a16:creationId xmlns:a16="http://schemas.microsoft.com/office/drawing/2014/main" id="{B117FF22-BE8D-D9B4-B7ED-53AB70DD0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6" y="397"/>
                <a:ext cx="23" cy="22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899 w 1094"/>
                  <a:gd name="T5" fmla="*/ 195 h 1095"/>
                  <a:gd name="T6" fmla="*/ 899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90"/>
                      <a:pt x="194" y="195"/>
                    </a:cubicBezTo>
                    <a:cubicBezTo>
                      <a:pt x="389" y="0"/>
                      <a:pt x="705" y="0"/>
                      <a:pt x="899" y="195"/>
                    </a:cubicBezTo>
                    <a:cubicBezTo>
                      <a:pt x="1094" y="390"/>
                      <a:pt x="1094" y="705"/>
                      <a:pt x="899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2" name="Freeform 602">
                <a:extLst>
                  <a:ext uri="{FF2B5EF4-FFF2-40B4-BE49-F238E27FC236}">
                    <a16:creationId xmlns:a16="http://schemas.microsoft.com/office/drawing/2014/main" id="{8B8826C3-B168-C5FF-DB5D-811AA19CC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2" y="430"/>
                <a:ext cx="23" cy="23"/>
              </a:xfrm>
              <a:custGeom>
                <a:avLst/>
                <a:gdLst>
                  <a:gd name="T0" fmla="*/ 194 w 1094"/>
                  <a:gd name="T1" fmla="*/ 900 h 1095"/>
                  <a:gd name="T2" fmla="*/ 194 w 1094"/>
                  <a:gd name="T3" fmla="*/ 195 h 1095"/>
                  <a:gd name="T4" fmla="*/ 900 w 1094"/>
                  <a:gd name="T5" fmla="*/ 195 h 1095"/>
                  <a:gd name="T6" fmla="*/ 900 w 1094"/>
                  <a:gd name="T7" fmla="*/ 900 h 1095"/>
                  <a:gd name="T8" fmla="*/ 194 w 1094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4" h="1095">
                    <a:moveTo>
                      <a:pt x="194" y="900"/>
                    </a:moveTo>
                    <a:cubicBezTo>
                      <a:pt x="0" y="705"/>
                      <a:pt x="0" y="389"/>
                      <a:pt x="194" y="195"/>
                    </a:cubicBezTo>
                    <a:cubicBezTo>
                      <a:pt x="389" y="0"/>
                      <a:pt x="705" y="0"/>
                      <a:pt x="900" y="195"/>
                    </a:cubicBezTo>
                    <a:cubicBezTo>
                      <a:pt x="1094" y="389"/>
                      <a:pt x="1094" y="705"/>
                      <a:pt x="900" y="900"/>
                    </a:cubicBezTo>
                    <a:cubicBezTo>
                      <a:pt x="705" y="1095"/>
                      <a:pt x="389" y="1095"/>
                      <a:pt x="194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3" name="Oval 603">
                <a:extLst>
                  <a:ext uri="{FF2B5EF4-FFF2-40B4-BE49-F238E27FC236}">
                    <a16:creationId xmlns:a16="http://schemas.microsoft.com/office/drawing/2014/main" id="{68CFA75E-06C5-E40E-18F1-19845EDA75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465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4" name="Oval 604">
                <a:extLst>
                  <a:ext uri="{FF2B5EF4-FFF2-40B4-BE49-F238E27FC236}">
                    <a16:creationId xmlns:a16="http://schemas.microsoft.com/office/drawing/2014/main" id="{2D7DB1C4-524B-80CF-668B-9E188F3A3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6" y="499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5" name="Freeform 605">
                <a:extLst>
                  <a:ext uri="{FF2B5EF4-FFF2-40B4-BE49-F238E27FC236}">
                    <a16:creationId xmlns:a16="http://schemas.microsoft.com/office/drawing/2014/main" id="{CE13C7FB-FF04-0160-EA86-504EF699F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" y="532"/>
                <a:ext cx="23" cy="23"/>
              </a:xfrm>
              <a:custGeom>
                <a:avLst/>
                <a:gdLst>
                  <a:gd name="T0" fmla="*/ 195 w 1095"/>
                  <a:gd name="T1" fmla="*/ 899 h 1094"/>
                  <a:gd name="T2" fmla="*/ 195 w 1095"/>
                  <a:gd name="T3" fmla="*/ 194 h 1094"/>
                  <a:gd name="T4" fmla="*/ 900 w 1095"/>
                  <a:gd name="T5" fmla="*/ 194 h 1094"/>
                  <a:gd name="T6" fmla="*/ 900 w 1095"/>
                  <a:gd name="T7" fmla="*/ 899 h 1094"/>
                  <a:gd name="T8" fmla="*/ 195 w 1095"/>
                  <a:gd name="T9" fmla="*/ 899 h 10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4">
                    <a:moveTo>
                      <a:pt x="195" y="899"/>
                    </a:moveTo>
                    <a:cubicBezTo>
                      <a:pt x="0" y="705"/>
                      <a:pt x="0" y="389"/>
                      <a:pt x="195" y="194"/>
                    </a:cubicBezTo>
                    <a:cubicBezTo>
                      <a:pt x="390" y="0"/>
                      <a:pt x="705" y="0"/>
                      <a:pt x="900" y="194"/>
                    </a:cubicBezTo>
                    <a:cubicBezTo>
                      <a:pt x="1095" y="389"/>
                      <a:pt x="1095" y="705"/>
                      <a:pt x="900" y="899"/>
                    </a:cubicBezTo>
                    <a:cubicBezTo>
                      <a:pt x="705" y="1094"/>
                      <a:pt x="390" y="1094"/>
                      <a:pt x="195" y="899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526" name="Freeform 606">
                <a:extLst>
                  <a:ext uri="{FF2B5EF4-FFF2-40B4-BE49-F238E27FC236}">
                    <a16:creationId xmlns:a16="http://schemas.microsoft.com/office/drawing/2014/main" id="{5A06CED8-7324-925A-43B1-B0C2269FD0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7" y="566"/>
                <a:ext cx="23" cy="23"/>
              </a:xfrm>
              <a:custGeom>
                <a:avLst/>
                <a:gdLst>
                  <a:gd name="T0" fmla="*/ 195 w 1095"/>
                  <a:gd name="T1" fmla="*/ 900 h 1095"/>
                  <a:gd name="T2" fmla="*/ 195 w 1095"/>
                  <a:gd name="T3" fmla="*/ 195 h 1095"/>
                  <a:gd name="T4" fmla="*/ 900 w 1095"/>
                  <a:gd name="T5" fmla="*/ 195 h 1095"/>
                  <a:gd name="T6" fmla="*/ 900 w 1095"/>
                  <a:gd name="T7" fmla="*/ 900 h 1095"/>
                  <a:gd name="T8" fmla="*/ 195 w 1095"/>
                  <a:gd name="T9" fmla="*/ 90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5" h="1095">
                    <a:moveTo>
                      <a:pt x="195" y="900"/>
                    </a:moveTo>
                    <a:cubicBezTo>
                      <a:pt x="0" y="706"/>
                      <a:pt x="0" y="390"/>
                      <a:pt x="195" y="195"/>
                    </a:cubicBezTo>
                    <a:cubicBezTo>
                      <a:pt x="390" y="0"/>
                      <a:pt x="706" y="0"/>
                      <a:pt x="900" y="195"/>
                    </a:cubicBezTo>
                    <a:cubicBezTo>
                      <a:pt x="1095" y="390"/>
                      <a:pt x="1095" y="706"/>
                      <a:pt x="900" y="900"/>
                    </a:cubicBezTo>
                    <a:cubicBezTo>
                      <a:pt x="706" y="1095"/>
                      <a:pt x="390" y="1095"/>
                      <a:pt x="195" y="90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  <p:sp>
          <p:nvSpPr>
            <p:cNvPr id="316" name="Freeform 608">
              <a:extLst>
                <a:ext uri="{FF2B5EF4-FFF2-40B4-BE49-F238E27FC236}">
                  <a16:creationId xmlns:a16="http://schemas.microsoft.com/office/drawing/2014/main" id="{C3D28943-1F76-9B00-6918-A2A079E12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9665" y="952500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7" name="Freeform 609">
              <a:extLst>
                <a:ext uri="{FF2B5EF4-FFF2-40B4-BE49-F238E27FC236}">
                  <a16:creationId xmlns:a16="http://schemas.microsoft.com/office/drawing/2014/main" id="{3993562D-4A3D-1C6F-7574-57A665EE7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690" y="1004888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8" name="Freeform 610">
              <a:extLst>
                <a:ext uri="{FF2B5EF4-FFF2-40B4-BE49-F238E27FC236}">
                  <a16:creationId xmlns:a16="http://schemas.microsoft.com/office/drawing/2014/main" id="{2AE9E574-7C6B-06AE-960F-36CAE7E24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3303" y="1058863"/>
              <a:ext cx="34925" cy="36513"/>
            </a:xfrm>
            <a:custGeom>
              <a:avLst/>
              <a:gdLst>
                <a:gd name="T0" fmla="*/ 195 w 1094"/>
                <a:gd name="T1" fmla="*/ 900 h 1094"/>
                <a:gd name="T2" fmla="*/ 195 w 1094"/>
                <a:gd name="T3" fmla="*/ 195 h 1094"/>
                <a:gd name="T4" fmla="*/ 900 w 1094"/>
                <a:gd name="T5" fmla="*/ 195 h 1094"/>
                <a:gd name="T6" fmla="*/ 900 w 1094"/>
                <a:gd name="T7" fmla="*/ 900 h 1094"/>
                <a:gd name="T8" fmla="*/ 195 w 1094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4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9" name="Freeform 611">
              <a:extLst>
                <a:ext uri="{FF2B5EF4-FFF2-40B4-BE49-F238E27FC236}">
                  <a16:creationId xmlns:a16="http://schemas.microsoft.com/office/drawing/2014/main" id="{4984A037-C42D-9FC8-80E8-243118E13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9328" y="1112838"/>
              <a:ext cx="34925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0" name="Freeform 612">
              <a:extLst>
                <a:ext uri="{FF2B5EF4-FFF2-40B4-BE49-F238E27FC236}">
                  <a16:creationId xmlns:a16="http://schemas.microsoft.com/office/drawing/2014/main" id="{8F1A44B5-FD2E-EB0C-226B-BBC16E29D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5353" y="1166813"/>
              <a:ext cx="36513" cy="36513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1" name="Freeform 613">
              <a:extLst>
                <a:ext uri="{FF2B5EF4-FFF2-40B4-BE49-F238E27FC236}">
                  <a16:creationId xmlns:a16="http://schemas.microsoft.com/office/drawing/2014/main" id="{EFF100DA-2F55-7F56-9BFE-30FC0ECA7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378" y="1220788"/>
              <a:ext cx="36513" cy="36513"/>
            </a:xfrm>
            <a:custGeom>
              <a:avLst/>
              <a:gdLst>
                <a:gd name="T0" fmla="*/ 195 w 1095"/>
                <a:gd name="T1" fmla="*/ 900 h 1095"/>
                <a:gd name="T2" fmla="*/ 195 w 1095"/>
                <a:gd name="T3" fmla="*/ 195 h 1095"/>
                <a:gd name="T4" fmla="*/ 900 w 1095"/>
                <a:gd name="T5" fmla="*/ 195 h 1095"/>
                <a:gd name="T6" fmla="*/ 900 w 1095"/>
                <a:gd name="T7" fmla="*/ 900 h 1095"/>
                <a:gd name="T8" fmla="*/ 195 w 1095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5">
                  <a:moveTo>
                    <a:pt x="195" y="900"/>
                  </a:moveTo>
                  <a:cubicBezTo>
                    <a:pt x="0" y="706"/>
                    <a:pt x="0" y="390"/>
                    <a:pt x="195" y="195"/>
                  </a:cubicBezTo>
                  <a:cubicBezTo>
                    <a:pt x="390" y="0"/>
                    <a:pt x="706" y="0"/>
                    <a:pt x="900" y="195"/>
                  </a:cubicBezTo>
                  <a:cubicBezTo>
                    <a:pt x="1095" y="390"/>
                    <a:pt x="1095" y="706"/>
                    <a:pt x="900" y="900"/>
                  </a:cubicBezTo>
                  <a:cubicBezTo>
                    <a:pt x="706" y="1095"/>
                    <a:pt x="390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2" name="Freeform 614">
              <a:extLst>
                <a:ext uri="{FF2B5EF4-FFF2-40B4-BE49-F238E27FC236}">
                  <a16:creationId xmlns:a16="http://schemas.microsoft.com/office/drawing/2014/main" id="{C82697BD-2FB5-C6CD-4D41-9D9A39E71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7403" y="1274763"/>
              <a:ext cx="36513" cy="34925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899 w 1094"/>
                <a:gd name="T5" fmla="*/ 195 h 1095"/>
                <a:gd name="T6" fmla="*/ 899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899" y="195"/>
                  </a:cubicBezTo>
                  <a:cubicBezTo>
                    <a:pt x="1094" y="390"/>
                    <a:pt x="1094" y="705"/>
                    <a:pt x="899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3" name="Freeform 615">
              <a:extLst>
                <a:ext uri="{FF2B5EF4-FFF2-40B4-BE49-F238E27FC236}">
                  <a16:creationId xmlns:a16="http://schemas.microsoft.com/office/drawing/2014/main" id="{10A61E01-58BF-CC08-2AC5-3AF4EA1B4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3428" y="1327150"/>
              <a:ext cx="36513" cy="36513"/>
            </a:xfrm>
            <a:custGeom>
              <a:avLst/>
              <a:gdLst>
                <a:gd name="T0" fmla="*/ 194 w 1094"/>
                <a:gd name="T1" fmla="*/ 900 h 1095"/>
                <a:gd name="T2" fmla="*/ 194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4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4" y="900"/>
                  </a:moveTo>
                  <a:cubicBezTo>
                    <a:pt x="0" y="705"/>
                    <a:pt x="0" y="390"/>
                    <a:pt x="194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90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4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4" name="Freeform 616">
              <a:extLst>
                <a:ext uri="{FF2B5EF4-FFF2-40B4-BE49-F238E27FC236}">
                  <a16:creationId xmlns:a16="http://schemas.microsoft.com/office/drawing/2014/main" id="{AC2286FC-A315-3CB1-10BF-FD262D87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453" y="1381125"/>
              <a:ext cx="36513" cy="36513"/>
            </a:xfrm>
            <a:custGeom>
              <a:avLst/>
              <a:gdLst>
                <a:gd name="T0" fmla="*/ 195 w 1094"/>
                <a:gd name="T1" fmla="*/ 900 h 1095"/>
                <a:gd name="T2" fmla="*/ 195 w 1094"/>
                <a:gd name="T3" fmla="*/ 195 h 1095"/>
                <a:gd name="T4" fmla="*/ 900 w 1094"/>
                <a:gd name="T5" fmla="*/ 195 h 1095"/>
                <a:gd name="T6" fmla="*/ 900 w 1094"/>
                <a:gd name="T7" fmla="*/ 900 h 1095"/>
                <a:gd name="T8" fmla="*/ 195 w 1094"/>
                <a:gd name="T9" fmla="*/ 90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4" h="1095">
                  <a:moveTo>
                    <a:pt x="195" y="900"/>
                  </a:moveTo>
                  <a:cubicBezTo>
                    <a:pt x="0" y="705"/>
                    <a:pt x="0" y="389"/>
                    <a:pt x="195" y="195"/>
                  </a:cubicBezTo>
                  <a:cubicBezTo>
                    <a:pt x="389" y="0"/>
                    <a:pt x="705" y="0"/>
                    <a:pt x="900" y="195"/>
                  </a:cubicBezTo>
                  <a:cubicBezTo>
                    <a:pt x="1094" y="389"/>
                    <a:pt x="1094" y="705"/>
                    <a:pt x="900" y="900"/>
                  </a:cubicBezTo>
                  <a:cubicBezTo>
                    <a:pt x="705" y="1095"/>
                    <a:pt x="389" y="1095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5" name="Freeform 617">
              <a:extLst>
                <a:ext uri="{FF2B5EF4-FFF2-40B4-BE49-F238E27FC236}">
                  <a16:creationId xmlns:a16="http://schemas.microsoft.com/office/drawing/2014/main" id="{1CFEDBBB-E028-8ECF-5E3F-B78E7B48E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7065" y="1435100"/>
              <a:ext cx="34925" cy="36513"/>
            </a:xfrm>
            <a:custGeom>
              <a:avLst/>
              <a:gdLst>
                <a:gd name="T0" fmla="*/ 195 w 1095"/>
                <a:gd name="T1" fmla="*/ 900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900 h 1094"/>
                <a:gd name="T8" fmla="*/ 195 w 1095"/>
                <a:gd name="T9" fmla="*/ 90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900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89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900"/>
                  </a:cubicBezTo>
                  <a:cubicBezTo>
                    <a:pt x="705" y="1094"/>
                    <a:pt x="389" y="1094"/>
                    <a:pt x="195" y="90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6" name="Freeform 618">
              <a:extLst>
                <a:ext uri="{FF2B5EF4-FFF2-40B4-BE49-F238E27FC236}">
                  <a16:creationId xmlns:a16="http://schemas.microsoft.com/office/drawing/2014/main" id="{6FD11C11-882E-AFF0-DF6A-AA1185A4A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3090" y="1489075"/>
              <a:ext cx="36513" cy="36513"/>
            </a:xfrm>
            <a:custGeom>
              <a:avLst/>
              <a:gdLst>
                <a:gd name="T0" fmla="*/ 195 w 1095"/>
                <a:gd name="T1" fmla="*/ 899 h 1094"/>
                <a:gd name="T2" fmla="*/ 195 w 1095"/>
                <a:gd name="T3" fmla="*/ 194 h 1094"/>
                <a:gd name="T4" fmla="*/ 900 w 1095"/>
                <a:gd name="T5" fmla="*/ 194 h 1094"/>
                <a:gd name="T6" fmla="*/ 900 w 1095"/>
                <a:gd name="T7" fmla="*/ 899 h 1094"/>
                <a:gd name="T8" fmla="*/ 195 w 1095"/>
                <a:gd name="T9" fmla="*/ 899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5" h="1094">
                  <a:moveTo>
                    <a:pt x="195" y="899"/>
                  </a:moveTo>
                  <a:cubicBezTo>
                    <a:pt x="0" y="705"/>
                    <a:pt x="0" y="389"/>
                    <a:pt x="195" y="194"/>
                  </a:cubicBezTo>
                  <a:cubicBezTo>
                    <a:pt x="390" y="0"/>
                    <a:pt x="705" y="0"/>
                    <a:pt x="900" y="194"/>
                  </a:cubicBezTo>
                  <a:cubicBezTo>
                    <a:pt x="1095" y="389"/>
                    <a:pt x="1095" y="705"/>
                    <a:pt x="900" y="899"/>
                  </a:cubicBezTo>
                  <a:cubicBezTo>
                    <a:pt x="705" y="1094"/>
                    <a:pt x="390" y="1094"/>
                    <a:pt x="195" y="89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 txBox="1">
            <a:spLocks noGrp="1"/>
          </p:cNvSpPr>
          <p:nvPr>
            <p:ph type="title"/>
          </p:nvPr>
        </p:nvSpPr>
        <p:spPr>
          <a:xfrm>
            <a:off x="723900" y="1543455"/>
            <a:ext cx="7696200" cy="1307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bas Neue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body" idx="1"/>
          </p:nvPr>
        </p:nvSpPr>
        <p:spPr>
          <a:xfrm>
            <a:off x="723900" y="2850609"/>
            <a:ext cx="7696200" cy="495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AF9E86-B9DE-1991-D376-0D42D38E78D9}"/>
              </a:ext>
            </a:extLst>
          </p:cNvPr>
          <p:cNvGrpSpPr/>
          <p:nvPr userDrawn="1"/>
        </p:nvGrpSpPr>
        <p:grpSpPr>
          <a:xfrm>
            <a:off x="7927055" y="-813425"/>
            <a:ext cx="2105344" cy="2105344"/>
            <a:chOff x="478444" y="466725"/>
            <a:chExt cx="1592263" cy="1592263"/>
          </a:xfrm>
          <a:solidFill>
            <a:schemeClr val="accent1"/>
          </a:solidFill>
        </p:grpSpPr>
        <p:grpSp>
          <p:nvGrpSpPr>
            <p:cNvPr id="3" name="Group 205">
              <a:extLst>
                <a:ext uri="{FF2B5EF4-FFF2-40B4-BE49-F238E27FC236}">
                  <a16:creationId xmlns:a16="http://schemas.microsoft.com/office/drawing/2014/main" id="{385BD39B-B9F1-D17D-8D91-520031F498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0206" y="466725"/>
              <a:ext cx="1460501" cy="1460500"/>
              <a:chOff x="1166" y="294"/>
              <a:chExt cx="920" cy="920"/>
            </a:xfrm>
            <a:grpFill/>
          </p:grpSpPr>
          <p:sp>
            <p:nvSpPr>
              <p:cNvPr id="64" name="Freeform 5">
                <a:extLst>
                  <a:ext uri="{FF2B5EF4-FFF2-40B4-BE49-F238E27FC236}">
                    <a16:creationId xmlns:a16="http://schemas.microsoft.com/office/drawing/2014/main" id="{774C21AF-B9DA-1390-5E5A-D27A6817C5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6" y="2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5" name="Freeform 6">
                <a:extLst>
                  <a:ext uri="{FF2B5EF4-FFF2-40B4-BE49-F238E27FC236}">
                    <a16:creationId xmlns:a16="http://schemas.microsoft.com/office/drawing/2014/main" id="{A1AE9210-EA98-3E20-AB5D-90609C47C9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32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6" name="Freeform 7">
                <a:extLst>
                  <a:ext uri="{FF2B5EF4-FFF2-40B4-BE49-F238E27FC236}">
                    <a16:creationId xmlns:a16="http://schemas.microsoft.com/office/drawing/2014/main" id="{DBBBB452-0488-8767-780D-D70C478C0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4" y="36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7" name="Freeform 8">
                <a:extLst>
                  <a:ext uri="{FF2B5EF4-FFF2-40B4-BE49-F238E27FC236}">
                    <a16:creationId xmlns:a16="http://schemas.microsoft.com/office/drawing/2014/main" id="{5C303079-6DB7-2BC6-EF88-07EB028743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8" y="3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8" name="Freeform 9">
                <a:extLst>
                  <a:ext uri="{FF2B5EF4-FFF2-40B4-BE49-F238E27FC236}">
                    <a16:creationId xmlns:a16="http://schemas.microsoft.com/office/drawing/2014/main" id="{0D5A5242-FF0C-2CD3-FDFC-4576573CF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2" y="43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69" name="Freeform 10">
                <a:extLst>
                  <a:ext uri="{FF2B5EF4-FFF2-40B4-BE49-F238E27FC236}">
                    <a16:creationId xmlns:a16="http://schemas.microsoft.com/office/drawing/2014/main" id="{DD7E0C7A-90BC-BE84-33DB-6BB1FF357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46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2" name="Freeform 11">
                <a:extLst>
                  <a:ext uri="{FF2B5EF4-FFF2-40B4-BE49-F238E27FC236}">
                    <a16:creationId xmlns:a16="http://schemas.microsoft.com/office/drawing/2014/main" id="{9219DC88-4422-2099-125F-235FA9265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0" y="4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3" name="Freeform 12">
                <a:extLst>
                  <a:ext uri="{FF2B5EF4-FFF2-40B4-BE49-F238E27FC236}">
                    <a16:creationId xmlns:a16="http://schemas.microsoft.com/office/drawing/2014/main" id="{850BF9AD-EE0B-C86F-EC46-4C7150B336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53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4" name="Freeform 13">
                <a:extLst>
                  <a:ext uri="{FF2B5EF4-FFF2-40B4-BE49-F238E27FC236}">
                    <a16:creationId xmlns:a16="http://schemas.microsoft.com/office/drawing/2014/main" id="{6DB082EF-594A-E5E8-45AA-E0561DBC13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9" y="566"/>
                <a:ext cx="22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5" name="Freeform 14">
                <a:extLst>
                  <a:ext uri="{FF2B5EF4-FFF2-40B4-BE49-F238E27FC236}">
                    <a16:creationId xmlns:a16="http://schemas.microsoft.com/office/drawing/2014/main" id="{5DB083AF-21E9-4F00-A450-622BC40EE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3" y="6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6" name="Freeform 15">
                <a:extLst>
                  <a:ext uri="{FF2B5EF4-FFF2-40B4-BE49-F238E27FC236}">
                    <a16:creationId xmlns:a16="http://schemas.microsoft.com/office/drawing/2014/main" id="{AA8046F9-C766-94BB-731C-6F926BD40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" y="63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7" name="Freeform 16">
                <a:extLst>
                  <a:ext uri="{FF2B5EF4-FFF2-40B4-BE49-F238E27FC236}">
                    <a16:creationId xmlns:a16="http://schemas.microsoft.com/office/drawing/2014/main" id="{82542A83-87B2-3E13-B676-8D300AD7E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1" y="66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8" name="Freeform 17">
                <a:extLst>
                  <a:ext uri="{FF2B5EF4-FFF2-40B4-BE49-F238E27FC236}">
                    <a16:creationId xmlns:a16="http://schemas.microsoft.com/office/drawing/2014/main" id="{098E536D-1731-3249-2391-A90683943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5" y="70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79" name="Freeform 18">
                <a:extLst>
                  <a:ext uri="{FF2B5EF4-FFF2-40B4-BE49-F238E27FC236}">
                    <a16:creationId xmlns:a16="http://schemas.microsoft.com/office/drawing/2014/main" id="{90580E02-0454-AF73-AAD5-F36566E65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9" y="73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0" name="Freeform 19">
                <a:extLst>
                  <a:ext uri="{FF2B5EF4-FFF2-40B4-BE49-F238E27FC236}">
                    <a16:creationId xmlns:a16="http://schemas.microsoft.com/office/drawing/2014/main" id="{62B96CB3-3290-C7EB-9AD5-58760BEC50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3" y="77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1" name="Freeform 20">
                <a:extLst>
                  <a:ext uri="{FF2B5EF4-FFF2-40B4-BE49-F238E27FC236}">
                    <a16:creationId xmlns:a16="http://schemas.microsoft.com/office/drawing/2014/main" id="{210D3C7D-50AE-D5F3-A339-5C32D6659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7" y="80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2" name="Freeform 21">
                <a:extLst>
                  <a:ext uri="{FF2B5EF4-FFF2-40B4-BE49-F238E27FC236}">
                    <a16:creationId xmlns:a16="http://schemas.microsoft.com/office/drawing/2014/main" id="{B7F7E46B-9C1B-6A32-F1D9-D1800D52C5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1" y="839"/>
                <a:ext cx="23" cy="22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3" name="Freeform 22">
                <a:extLst>
                  <a:ext uri="{FF2B5EF4-FFF2-40B4-BE49-F238E27FC236}">
                    <a16:creationId xmlns:a16="http://schemas.microsoft.com/office/drawing/2014/main" id="{7C5E7C15-D2C3-01AD-9A9A-325A20E0AA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5" y="87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4" name="Freeform 23">
                <a:extLst>
                  <a:ext uri="{FF2B5EF4-FFF2-40B4-BE49-F238E27FC236}">
                    <a16:creationId xmlns:a16="http://schemas.microsoft.com/office/drawing/2014/main" id="{43ED7B02-4E9B-EFD0-929B-DDC28696D6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9" y="9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5" name="Freeform 24">
                <a:extLst>
                  <a:ext uri="{FF2B5EF4-FFF2-40B4-BE49-F238E27FC236}">
                    <a16:creationId xmlns:a16="http://schemas.microsoft.com/office/drawing/2014/main" id="{7FC46161-B409-7629-345C-4B8EC2C9C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3" y="9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6" name="Freeform 25">
                <a:extLst>
                  <a:ext uri="{FF2B5EF4-FFF2-40B4-BE49-F238E27FC236}">
                    <a16:creationId xmlns:a16="http://schemas.microsoft.com/office/drawing/2014/main" id="{465280A7-E9FC-7C96-97F9-92485E5EA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8" y="32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7" name="Oval 26">
                <a:extLst>
                  <a:ext uri="{FF2B5EF4-FFF2-40B4-BE49-F238E27FC236}">
                    <a16:creationId xmlns:a16="http://schemas.microsoft.com/office/drawing/2014/main" id="{25EBAAD7-43D0-4C89-B6C1-A61CC6518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3" y="357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8" name="Oval 27">
                <a:extLst>
                  <a:ext uri="{FF2B5EF4-FFF2-40B4-BE49-F238E27FC236}">
                    <a16:creationId xmlns:a16="http://schemas.microsoft.com/office/drawing/2014/main" id="{B0772A62-9FF2-B2E6-2B33-A9E20B595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8" y="391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89" name="Freeform 28">
                <a:extLst>
                  <a:ext uri="{FF2B5EF4-FFF2-40B4-BE49-F238E27FC236}">
                    <a16:creationId xmlns:a16="http://schemas.microsoft.com/office/drawing/2014/main" id="{AC92D46E-EE41-6A4D-0773-ADD656527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1" y="424"/>
                <a:ext cx="22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0" name="Freeform 29">
                <a:extLst>
                  <a:ext uri="{FF2B5EF4-FFF2-40B4-BE49-F238E27FC236}">
                    <a16:creationId xmlns:a16="http://schemas.microsoft.com/office/drawing/2014/main" id="{4ADE6B52-33F6-8419-B7BC-ABD1CB076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45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1" name="Freeform 30">
                <a:extLst>
                  <a:ext uri="{FF2B5EF4-FFF2-40B4-BE49-F238E27FC236}">
                    <a16:creationId xmlns:a16="http://schemas.microsoft.com/office/drawing/2014/main" id="{7B5413E9-A84D-CCEB-1552-DAA96D9A3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4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2" name="Freeform 31">
                <a:extLst>
                  <a:ext uri="{FF2B5EF4-FFF2-40B4-BE49-F238E27FC236}">
                    <a16:creationId xmlns:a16="http://schemas.microsoft.com/office/drawing/2014/main" id="{7C10D377-3723-AB9F-2310-2B9647C106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3" y="526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3" name="Freeform 32">
                <a:extLst>
                  <a:ext uri="{FF2B5EF4-FFF2-40B4-BE49-F238E27FC236}">
                    <a16:creationId xmlns:a16="http://schemas.microsoft.com/office/drawing/2014/main" id="{851BE64D-25CD-B6B8-C6AA-E181CFA9B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7" y="56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4" name="Freeform 33">
                <a:extLst>
                  <a:ext uri="{FF2B5EF4-FFF2-40B4-BE49-F238E27FC236}">
                    <a16:creationId xmlns:a16="http://schemas.microsoft.com/office/drawing/2014/main" id="{33093EBE-0837-F42D-2DFB-C502BF0CF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5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5" name="Freeform 34">
                <a:extLst>
                  <a:ext uri="{FF2B5EF4-FFF2-40B4-BE49-F238E27FC236}">
                    <a16:creationId xmlns:a16="http://schemas.microsoft.com/office/drawing/2014/main" id="{535D7A0F-2E1C-C79A-3307-3396BC366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" y="628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6" name="Freeform 35">
                <a:extLst>
                  <a:ext uri="{FF2B5EF4-FFF2-40B4-BE49-F238E27FC236}">
                    <a16:creationId xmlns:a16="http://schemas.microsoft.com/office/drawing/2014/main" id="{976BDC57-7FB2-294E-C971-8337190333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9" y="66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7" name="Freeform 36">
                <a:extLst>
                  <a:ext uri="{FF2B5EF4-FFF2-40B4-BE49-F238E27FC236}">
                    <a16:creationId xmlns:a16="http://schemas.microsoft.com/office/drawing/2014/main" id="{30990F1D-2E88-F4F1-483B-BCD69227C4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3" y="6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8" name="Freeform 37">
                <a:extLst>
                  <a:ext uri="{FF2B5EF4-FFF2-40B4-BE49-F238E27FC236}">
                    <a16:creationId xmlns:a16="http://schemas.microsoft.com/office/drawing/2014/main" id="{6CCE2446-310E-CC4C-8ACC-C62DFFD5B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730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99" name="Freeform 38">
                <a:extLst>
                  <a:ext uri="{FF2B5EF4-FFF2-40B4-BE49-F238E27FC236}">
                    <a16:creationId xmlns:a16="http://schemas.microsoft.com/office/drawing/2014/main" id="{63856299-E055-20FD-887C-D21562BFF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1" y="76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0" name="Freeform 39">
                <a:extLst>
                  <a:ext uri="{FF2B5EF4-FFF2-40B4-BE49-F238E27FC236}">
                    <a16:creationId xmlns:a16="http://schemas.microsoft.com/office/drawing/2014/main" id="{266DF1EB-C18D-252E-B593-11AB15AF7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79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1" name="Freeform 40">
                <a:extLst>
                  <a:ext uri="{FF2B5EF4-FFF2-40B4-BE49-F238E27FC236}">
                    <a16:creationId xmlns:a16="http://schemas.microsoft.com/office/drawing/2014/main" id="{720E091D-9BF5-0E68-602D-CE03790C7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9" y="832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2" name="Freeform 41">
                <a:extLst>
                  <a:ext uri="{FF2B5EF4-FFF2-40B4-BE49-F238E27FC236}">
                    <a16:creationId xmlns:a16="http://schemas.microsoft.com/office/drawing/2014/main" id="{F06E7A37-40CF-8985-2005-6F7BDC035F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3" y="86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3" name="Freeform 42">
                <a:extLst>
                  <a:ext uri="{FF2B5EF4-FFF2-40B4-BE49-F238E27FC236}">
                    <a16:creationId xmlns:a16="http://schemas.microsoft.com/office/drawing/2014/main" id="{4BE3B522-2BC6-04D8-E68D-6587D8F31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7" y="90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09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4" name="Freeform 43">
                <a:extLst>
                  <a:ext uri="{FF2B5EF4-FFF2-40B4-BE49-F238E27FC236}">
                    <a16:creationId xmlns:a16="http://schemas.microsoft.com/office/drawing/2014/main" id="{9ADE4994-D633-2AD1-1CF3-43A83AF4C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1" y="934"/>
                <a:ext cx="23" cy="23"/>
              </a:xfrm>
              <a:custGeom>
                <a:avLst/>
                <a:gdLst>
                  <a:gd name="T0" fmla="*/ 906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6 w 1101"/>
                  <a:gd name="T7" fmla="*/ 196 h 1102"/>
                  <a:gd name="T8" fmla="*/ 906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5" name="Freeform 44">
                <a:extLst>
                  <a:ext uri="{FF2B5EF4-FFF2-40B4-BE49-F238E27FC236}">
                    <a16:creationId xmlns:a16="http://schemas.microsoft.com/office/drawing/2014/main" id="{64A0065C-4749-35E4-9D85-CDE9151442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" y="96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6" name="Freeform 45">
                <a:extLst>
                  <a:ext uri="{FF2B5EF4-FFF2-40B4-BE49-F238E27FC236}">
                    <a16:creationId xmlns:a16="http://schemas.microsoft.com/office/drawing/2014/main" id="{B09FC7A0-B233-03DE-5780-C698A78D2C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1" y="349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7" name="Freeform 46">
                <a:extLst>
                  <a:ext uri="{FF2B5EF4-FFF2-40B4-BE49-F238E27FC236}">
                    <a16:creationId xmlns:a16="http://schemas.microsoft.com/office/drawing/2014/main" id="{137E6D45-9E36-644E-B1D7-A97C799AC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5" y="38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8" name="Oval 47">
                <a:extLst>
                  <a:ext uri="{FF2B5EF4-FFF2-40B4-BE49-F238E27FC236}">
                    <a16:creationId xmlns:a16="http://schemas.microsoft.com/office/drawing/2014/main" id="{3ACF31D0-FDC4-6390-9928-9CD751BCB9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0" y="41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09" name="Freeform 48">
                <a:extLst>
                  <a:ext uri="{FF2B5EF4-FFF2-40B4-BE49-F238E27FC236}">
                    <a16:creationId xmlns:a16="http://schemas.microsoft.com/office/drawing/2014/main" id="{60E852C4-4D7C-F20A-960B-31D05FBC3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451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0" name="Freeform 49">
                <a:extLst>
                  <a:ext uri="{FF2B5EF4-FFF2-40B4-BE49-F238E27FC236}">
                    <a16:creationId xmlns:a16="http://schemas.microsoft.com/office/drawing/2014/main" id="{B888C53F-AF2A-B31F-C227-A8117612A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7" y="486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1" name="Freeform 50">
                <a:extLst>
                  <a:ext uri="{FF2B5EF4-FFF2-40B4-BE49-F238E27FC236}">
                    <a16:creationId xmlns:a16="http://schemas.microsoft.com/office/drawing/2014/main" id="{388F1BE7-8467-47C4-4530-C4EB1089A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1" y="5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2" name="Oval 51">
                <a:extLst>
                  <a:ext uri="{FF2B5EF4-FFF2-40B4-BE49-F238E27FC236}">
                    <a16:creationId xmlns:a16="http://schemas.microsoft.com/office/drawing/2014/main" id="{58D31C85-50FF-F932-3FC5-DD0C46F12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6" y="555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3" name="Freeform 52">
                <a:extLst>
                  <a:ext uri="{FF2B5EF4-FFF2-40B4-BE49-F238E27FC236}">
                    <a16:creationId xmlns:a16="http://schemas.microsoft.com/office/drawing/2014/main" id="{E706FCDD-863D-1B82-B443-1C8053BAE3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9" y="5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4" name="Freeform 53">
                <a:extLst>
                  <a:ext uri="{FF2B5EF4-FFF2-40B4-BE49-F238E27FC236}">
                    <a16:creationId xmlns:a16="http://schemas.microsoft.com/office/drawing/2014/main" id="{26289560-A33A-11E6-BC5D-7895BF9F4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6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5" name="Freeform 54">
                <a:extLst>
                  <a:ext uri="{FF2B5EF4-FFF2-40B4-BE49-F238E27FC236}">
                    <a16:creationId xmlns:a16="http://schemas.microsoft.com/office/drawing/2014/main" id="{9DF365AD-BE28-86DE-FE12-B52D1BCDAA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7" y="656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6" name="Freeform 55">
                <a:extLst>
                  <a:ext uri="{FF2B5EF4-FFF2-40B4-BE49-F238E27FC236}">
                    <a16:creationId xmlns:a16="http://schemas.microsoft.com/office/drawing/2014/main" id="{ED0CF68B-14AA-E89C-8A9F-AF1D53509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1" y="6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7" name="Freeform 56">
                <a:extLst>
                  <a:ext uri="{FF2B5EF4-FFF2-40B4-BE49-F238E27FC236}">
                    <a16:creationId xmlns:a16="http://schemas.microsoft.com/office/drawing/2014/main" id="{09A0F714-2140-59D9-E035-01904ABAA4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5" y="72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8" name="Freeform 57">
                <a:extLst>
                  <a:ext uri="{FF2B5EF4-FFF2-40B4-BE49-F238E27FC236}">
                    <a16:creationId xmlns:a16="http://schemas.microsoft.com/office/drawing/2014/main" id="{AD923D79-1761-4BC8-CE61-A15A6D8B89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9" y="758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19" name="Freeform 58">
                <a:extLst>
                  <a:ext uri="{FF2B5EF4-FFF2-40B4-BE49-F238E27FC236}">
                    <a16:creationId xmlns:a16="http://schemas.microsoft.com/office/drawing/2014/main" id="{3DEE5440-A353-C92C-9A89-89F911264A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3" y="79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0" name="Freeform 59">
                <a:extLst>
                  <a:ext uri="{FF2B5EF4-FFF2-40B4-BE49-F238E27FC236}">
                    <a16:creationId xmlns:a16="http://schemas.microsoft.com/office/drawing/2014/main" id="{7EFF8A7E-92D3-26BE-3AC6-F96B45EC5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7" y="82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1" name="Freeform 60">
                <a:extLst>
                  <a:ext uri="{FF2B5EF4-FFF2-40B4-BE49-F238E27FC236}">
                    <a16:creationId xmlns:a16="http://schemas.microsoft.com/office/drawing/2014/main" id="{B6B9D367-F489-7E51-FB72-37EBDB24E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1" y="860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2" name="Freeform 61">
                <a:extLst>
                  <a:ext uri="{FF2B5EF4-FFF2-40B4-BE49-F238E27FC236}">
                    <a16:creationId xmlns:a16="http://schemas.microsoft.com/office/drawing/2014/main" id="{21128490-A1E2-DB3E-DAD4-9015A7A056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5" y="8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3" name="Freeform 62">
                <a:extLst>
                  <a:ext uri="{FF2B5EF4-FFF2-40B4-BE49-F238E27FC236}">
                    <a16:creationId xmlns:a16="http://schemas.microsoft.com/office/drawing/2014/main" id="{A8A8A3F0-C119-B7E9-5274-2777A4610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9" y="92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4" name="Freeform 63">
                <a:extLst>
                  <a:ext uri="{FF2B5EF4-FFF2-40B4-BE49-F238E27FC236}">
                    <a16:creationId xmlns:a16="http://schemas.microsoft.com/office/drawing/2014/main" id="{69BAD1A7-7999-A113-ECFF-4B08D043A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" y="962"/>
                <a:ext cx="23" cy="23"/>
              </a:xfrm>
              <a:custGeom>
                <a:avLst/>
                <a:gdLst>
                  <a:gd name="T0" fmla="*/ 906 w 1102"/>
                  <a:gd name="T1" fmla="*/ 906 h 1101"/>
                  <a:gd name="T2" fmla="*/ 196 w 1102"/>
                  <a:gd name="T3" fmla="*/ 906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5" name="Freeform 64">
                <a:extLst>
                  <a:ext uri="{FF2B5EF4-FFF2-40B4-BE49-F238E27FC236}">
                    <a16:creationId xmlns:a16="http://schemas.microsoft.com/office/drawing/2014/main" id="{DDCFEDC5-ECB9-0B00-000D-860D56A46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7" y="99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6" name="Freeform 65">
                <a:extLst>
                  <a:ext uri="{FF2B5EF4-FFF2-40B4-BE49-F238E27FC236}">
                    <a16:creationId xmlns:a16="http://schemas.microsoft.com/office/drawing/2014/main" id="{95C901BF-C440-7894-5EAF-BD2C4F0DA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3" y="37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7" name="Freeform 66">
                <a:extLst>
                  <a:ext uri="{FF2B5EF4-FFF2-40B4-BE49-F238E27FC236}">
                    <a16:creationId xmlns:a16="http://schemas.microsoft.com/office/drawing/2014/main" id="{8E3D5F3B-7C0C-104E-5EDE-8F86AD2F2E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7" y="4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8" name="Freeform 67">
                <a:extLst>
                  <a:ext uri="{FF2B5EF4-FFF2-40B4-BE49-F238E27FC236}">
                    <a16:creationId xmlns:a16="http://schemas.microsoft.com/office/drawing/2014/main" id="{BE3073E1-A689-15C3-21EF-5BFA4D8D4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1" y="445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29" name="Freeform 68">
                <a:extLst>
                  <a:ext uri="{FF2B5EF4-FFF2-40B4-BE49-F238E27FC236}">
                    <a16:creationId xmlns:a16="http://schemas.microsoft.com/office/drawing/2014/main" id="{3DFDA6C5-D3D3-2940-94EC-8BEC979A4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5" y="47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0" name="Freeform 69">
                <a:extLst>
                  <a:ext uri="{FF2B5EF4-FFF2-40B4-BE49-F238E27FC236}">
                    <a16:creationId xmlns:a16="http://schemas.microsoft.com/office/drawing/2014/main" id="{B437B804-751B-2A29-3997-7EB693938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9" y="51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1" name="Freeform 70">
                <a:extLst>
                  <a:ext uri="{FF2B5EF4-FFF2-40B4-BE49-F238E27FC236}">
                    <a16:creationId xmlns:a16="http://schemas.microsoft.com/office/drawing/2014/main" id="{E1E956E5-01EE-4A3A-4590-3F11AB66B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3" y="547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2" name="Freeform 71">
                <a:extLst>
                  <a:ext uri="{FF2B5EF4-FFF2-40B4-BE49-F238E27FC236}">
                    <a16:creationId xmlns:a16="http://schemas.microsoft.com/office/drawing/2014/main" id="{32744246-164D-D262-3D45-932F9690B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7" y="58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3" name="Freeform 72">
                <a:extLst>
                  <a:ext uri="{FF2B5EF4-FFF2-40B4-BE49-F238E27FC236}">
                    <a16:creationId xmlns:a16="http://schemas.microsoft.com/office/drawing/2014/main" id="{136FAD18-3D94-CBDA-AD88-64504E84F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615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4" name="Freeform 73">
                <a:extLst>
                  <a:ext uri="{FF2B5EF4-FFF2-40B4-BE49-F238E27FC236}">
                    <a16:creationId xmlns:a16="http://schemas.microsoft.com/office/drawing/2014/main" id="{8EFA1C4C-2838-B040-B815-5120F7FC3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64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5" name="Freeform 74">
                <a:extLst>
                  <a:ext uri="{FF2B5EF4-FFF2-40B4-BE49-F238E27FC236}">
                    <a16:creationId xmlns:a16="http://schemas.microsoft.com/office/drawing/2014/main" id="{7DC1AE12-6110-E149-5534-8B6B6E022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9" y="684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6" name="Freeform 75">
                <a:extLst>
                  <a:ext uri="{FF2B5EF4-FFF2-40B4-BE49-F238E27FC236}">
                    <a16:creationId xmlns:a16="http://schemas.microsoft.com/office/drawing/2014/main" id="{6C9D1353-855E-8DFF-F913-EFF8EC920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3" y="7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7" name="Freeform 76">
                <a:extLst>
                  <a:ext uri="{FF2B5EF4-FFF2-40B4-BE49-F238E27FC236}">
                    <a16:creationId xmlns:a16="http://schemas.microsoft.com/office/drawing/2014/main" id="{7521B0A5-F6C7-78CC-4E42-378CB58DB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7" y="7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8" name="Freeform 77">
                <a:extLst>
                  <a:ext uri="{FF2B5EF4-FFF2-40B4-BE49-F238E27FC236}">
                    <a16:creationId xmlns:a16="http://schemas.microsoft.com/office/drawing/2014/main" id="{B31076C5-6537-D9DB-4273-41B9B2DB3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1" y="78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39" name="Freeform 78">
                <a:extLst>
                  <a:ext uri="{FF2B5EF4-FFF2-40B4-BE49-F238E27FC236}">
                    <a16:creationId xmlns:a16="http://schemas.microsoft.com/office/drawing/2014/main" id="{025EC66A-51E1-446C-E0B5-BAECDB897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5" y="8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0" name="Freeform 79">
                <a:extLst>
                  <a:ext uri="{FF2B5EF4-FFF2-40B4-BE49-F238E27FC236}">
                    <a16:creationId xmlns:a16="http://schemas.microsoft.com/office/drawing/2014/main" id="{5A8BF278-C39B-030A-F134-05EB6A79C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9" y="85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1" name="Freeform 80">
                <a:extLst>
                  <a:ext uri="{FF2B5EF4-FFF2-40B4-BE49-F238E27FC236}">
                    <a16:creationId xmlns:a16="http://schemas.microsoft.com/office/drawing/2014/main" id="{4E660A4E-63E1-7469-FE02-51213F75A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88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2" name="Freeform 81">
                <a:extLst>
                  <a:ext uri="{FF2B5EF4-FFF2-40B4-BE49-F238E27FC236}">
                    <a16:creationId xmlns:a16="http://schemas.microsoft.com/office/drawing/2014/main" id="{03FCFA4B-6EA0-A281-30B6-F790065D2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8" y="92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3" name="Freeform 82">
                <a:extLst>
                  <a:ext uri="{FF2B5EF4-FFF2-40B4-BE49-F238E27FC236}">
                    <a16:creationId xmlns:a16="http://schemas.microsoft.com/office/drawing/2014/main" id="{D2006145-9796-47E8-7531-154EE72D3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95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4" name="Freeform 83">
                <a:extLst>
                  <a:ext uri="{FF2B5EF4-FFF2-40B4-BE49-F238E27FC236}">
                    <a16:creationId xmlns:a16="http://schemas.microsoft.com/office/drawing/2014/main" id="{8DCB86DD-5ADD-9AFD-FFE6-F9298763D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6" y="9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5" name="Freeform 84">
                <a:extLst>
                  <a:ext uri="{FF2B5EF4-FFF2-40B4-BE49-F238E27FC236}">
                    <a16:creationId xmlns:a16="http://schemas.microsoft.com/office/drawing/2014/main" id="{CAD0C11F-5C73-E514-9369-90015D740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0" y="102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6" name="Freeform 85">
                <a:extLst>
                  <a:ext uri="{FF2B5EF4-FFF2-40B4-BE49-F238E27FC236}">
                    <a16:creationId xmlns:a16="http://schemas.microsoft.com/office/drawing/2014/main" id="{74F74CB3-CDF9-4EA2-4073-0F17CCDA2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5" y="40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7" name="Freeform 86">
                <a:extLst>
                  <a:ext uri="{FF2B5EF4-FFF2-40B4-BE49-F238E27FC236}">
                    <a16:creationId xmlns:a16="http://schemas.microsoft.com/office/drawing/2014/main" id="{F7D70DC4-942A-9B24-6504-02CBA222F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9" y="439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8" name="Freeform 87">
                <a:extLst>
                  <a:ext uri="{FF2B5EF4-FFF2-40B4-BE49-F238E27FC236}">
                    <a16:creationId xmlns:a16="http://schemas.microsoft.com/office/drawing/2014/main" id="{0A3FBD55-DCE2-046C-6801-7E12AFE1E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3" y="473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49" name="Freeform 88">
                <a:extLst>
                  <a:ext uri="{FF2B5EF4-FFF2-40B4-BE49-F238E27FC236}">
                    <a16:creationId xmlns:a16="http://schemas.microsoft.com/office/drawing/2014/main" id="{D3E6C934-1CB4-75FA-53E6-9CEB79C5F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7" y="50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0" name="Freeform 89">
                <a:extLst>
                  <a:ext uri="{FF2B5EF4-FFF2-40B4-BE49-F238E27FC236}">
                    <a16:creationId xmlns:a16="http://schemas.microsoft.com/office/drawing/2014/main" id="{1BF66E0F-9AE1-1FE8-6F53-59A8CD53DF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1" y="54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1" name="Freeform 90">
                <a:extLst>
                  <a:ext uri="{FF2B5EF4-FFF2-40B4-BE49-F238E27FC236}">
                    <a16:creationId xmlns:a16="http://schemas.microsoft.com/office/drawing/2014/main" id="{F74E4F97-DED6-3483-5D90-60FF5E8BEC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5" y="575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2" name="Freeform 91">
                <a:extLst>
                  <a:ext uri="{FF2B5EF4-FFF2-40B4-BE49-F238E27FC236}">
                    <a16:creationId xmlns:a16="http://schemas.microsoft.com/office/drawing/2014/main" id="{2C4C8B08-844B-B7AC-8AC1-C24086269D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9" y="60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3" name="Freeform 92">
                <a:extLst>
                  <a:ext uri="{FF2B5EF4-FFF2-40B4-BE49-F238E27FC236}">
                    <a16:creationId xmlns:a16="http://schemas.microsoft.com/office/drawing/2014/main" id="{050CD6E2-C6AB-2001-F16E-E08CA52C70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3" y="643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4" name="Freeform 93">
                <a:extLst>
                  <a:ext uri="{FF2B5EF4-FFF2-40B4-BE49-F238E27FC236}">
                    <a16:creationId xmlns:a16="http://schemas.microsoft.com/office/drawing/2014/main" id="{9D02B852-D134-3CAD-9BBF-8C130238D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677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5" name="Freeform 94">
                <a:extLst>
                  <a:ext uri="{FF2B5EF4-FFF2-40B4-BE49-F238E27FC236}">
                    <a16:creationId xmlns:a16="http://schemas.microsoft.com/office/drawing/2014/main" id="{9DCEC64C-498F-BC2D-3C96-05673BEFD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1" y="71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6" name="Freeform 95">
                <a:extLst>
                  <a:ext uri="{FF2B5EF4-FFF2-40B4-BE49-F238E27FC236}">
                    <a16:creationId xmlns:a16="http://schemas.microsoft.com/office/drawing/2014/main" id="{A7E46267-86DE-DB26-B473-0FA5EB8501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6" y="745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7" name="Freeform 96">
                <a:extLst>
                  <a:ext uri="{FF2B5EF4-FFF2-40B4-BE49-F238E27FC236}">
                    <a16:creationId xmlns:a16="http://schemas.microsoft.com/office/drawing/2014/main" id="{E90E7A1E-3A6A-AE8B-1D70-867640ABEC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0" y="77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8" name="Oval 97">
                <a:extLst>
                  <a:ext uri="{FF2B5EF4-FFF2-40B4-BE49-F238E27FC236}">
                    <a16:creationId xmlns:a16="http://schemas.microsoft.com/office/drawing/2014/main" id="{2FD6B6BE-3CA7-0E8C-1AEA-E7ABACB561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5" y="81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59" name="Oval 98">
                <a:extLst>
                  <a:ext uri="{FF2B5EF4-FFF2-40B4-BE49-F238E27FC236}">
                    <a16:creationId xmlns:a16="http://schemas.microsoft.com/office/drawing/2014/main" id="{7D7192E7-3A55-B071-A04D-AC5AC0B61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9" y="84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0" name="Freeform 99">
                <a:extLst>
                  <a:ext uri="{FF2B5EF4-FFF2-40B4-BE49-F238E27FC236}">
                    <a16:creationId xmlns:a16="http://schemas.microsoft.com/office/drawing/2014/main" id="{47F4CC01-F0C9-977C-E22B-FF401AC2B0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2" y="882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1" name="Freeform 100">
                <a:extLst>
                  <a:ext uri="{FF2B5EF4-FFF2-40B4-BE49-F238E27FC236}">
                    <a16:creationId xmlns:a16="http://schemas.microsoft.com/office/drawing/2014/main" id="{D261D5D2-A9F4-2F0C-F3A6-1F5CCAB0E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6" y="9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2" name="Freeform 101">
                <a:extLst>
                  <a:ext uri="{FF2B5EF4-FFF2-40B4-BE49-F238E27FC236}">
                    <a16:creationId xmlns:a16="http://schemas.microsoft.com/office/drawing/2014/main" id="{B95019F1-0D57-0DD9-E802-4654A3D140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0" y="95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3" name="Freeform 102">
                <a:extLst>
                  <a:ext uri="{FF2B5EF4-FFF2-40B4-BE49-F238E27FC236}">
                    <a16:creationId xmlns:a16="http://schemas.microsoft.com/office/drawing/2014/main" id="{51274A74-4F96-7B57-9302-0DAEA0B4D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4" y="98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4" name="Freeform 103">
                <a:extLst>
                  <a:ext uri="{FF2B5EF4-FFF2-40B4-BE49-F238E27FC236}">
                    <a16:creationId xmlns:a16="http://schemas.microsoft.com/office/drawing/2014/main" id="{D9642C2F-853A-2F49-F100-4EA544660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8" y="10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5" name="Freeform 104">
                <a:extLst>
                  <a:ext uri="{FF2B5EF4-FFF2-40B4-BE49-F238E27FC236}">
                    <a16:creationId xmlns:a16="http://schemas.microsoft.com/office/drawing/2014/main" id="{00F8C987-EFAE-6522-366D-FB822426D4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2" y="1052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5 w 1101"/>
                  <a:gd name="T3" fmla="*/ 906 h 1102"/>
                  <a:gd name="T4" fmla="*/ 195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6" name="Freeform 105">
                <a:extLst>
                  <a:ext uri="{FF2B5EF4-FFF2-40B4-BE49-F238E27FC236}">
                    <a16:creationId xmlns:a16="http://schemas.microsoft.com/office/drawing/2014/main" id="{22D57D8D-8B9E-58C0-0264-2E5F277000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7" y="43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7" name="Freeform 106">
                <a:extLst>
                  <a:ext uri="{FF2B5EF4-FFF2-40B4-BE49-F238E27FC236}">
                    <a16:creationId xmlns:a16="http://schemas.microsoft.com/office/drawing/2014/main" id="{27514394-4DA6-F9C7-BD4B-F21754EE4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1" y="467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8" name="Freeform 107">
                <a:extLst>
                  <a:ext uri="{FF2B5EF4-FFF2-40B4-BE49-F238E27FC236}">
                    <a16:creationId xmlns:a16="http://schemas.microsoft.com/office/drawing/2014/main" id="{536383F1-9CB1-B68D-E369-48CB489DC9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5" y="50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69" name="Oval 108">
                <a:extLst>
                  <a:ext uri="{FF2B5EF4-FFF2-40B4-BE49-F238E27FC236}">
                    <a16:creationId xmlns:a16="http://schemas.microsoft.com/office/drawing/2014/main" id="{0C2B4FD6-F036-FCD7-E8EF-BB52A772D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" y="5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0" name="Oval 109">
                <a:extLst>
                  <a:ext uri="{FF2B5EF4-FFF2-40B4-BE49-F238E27FC236}">
                    <a16:creationId xmlns:a16="http://schemas.microsoft.com/office/drawing/2014/main" id="{BDD3D73E-E420-D9CD-816A-994CBCD48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5" y="570"/>
                <a:ext cx="20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1" name="Freeform 110">
                <a:extLst>
                  <a:ext uri="{FF2B5EF4-FFF2-40B4-BE49-F238E27FC236}">
                    <a16:creationId xmlns:a16="http://schemas.microsoft.com/office/drawing/2014/main" id="{ECE33B48-1B14-6C84-6DA8-68FEE6F8C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8" y="60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2" name="Freeform 111">
                <a:extLst>
                  <a:ext uri="{FF2B5EF4-FFF2-40B4-BE49-F238E27FC236}">
                    <a16:creationId xmlns:a16="http://schemas.microsoft.com/office/drawing/2014/main" id="{A2C05A81-D708-F831-237A-7226E66205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2" y="6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3" name="Oval 112">
                <a:extLst>
                  <a:ext uri="{FF2B5EF4-FFF2-40B4-BE49-F238E27FC236}">
                    <a16:creationId xmlns:a16="http://schemas.microsoft.com/office/drawing/2014/main" id="{C3449CAC-043C-FB9D-DD9A-CC067D93F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7" y="6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4" name="Oval 113">
                <a:extLst>
                  <a:ext uri="{FF2B5EF4-FFF2-40B4-BE49-F238E27FC236}">
                    <a16:creationId xmlns:a16="http://schemas.microsoft.com/office/drawing/2014/main" id="{14025B4C-47A9-A288-98B2-604FE194FD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1" y="7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5" name="Freeform 114">
                <a:extLst>
                  <a:ext uri="{FF2B5EF4-FFF2-40B4-BE49-F238E27FC236}">
                    <a16:creationId xmlns:a16="http://schemas.microsoft.com/office/drawing/2014/main" id="{7784F434-9B17-9181-92D2-37D86D20E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7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10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6" name="Freeform 115">
                <a:extLst>
                  <a:ext uri="{FF2B5EF4-FFF2-40B4-BE49-F238E27FC236}">
                    <a16:creationId xmlns:a16="http://schemas.microsoft.com/office/drawing/2014/main" id="{DA534341-49A4-E820-C4B7-1E0C4EECB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77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7" name="Oval 116">
                <a:extLst>
                  <a:ext uri="{FF2B5EF4-FFF2-40B4-BE49-F238E27FC236}">
                    <a16:creationId xmlns:a16="http://schemas.microsoft.com/office/drawing/2014/main" id="{DF2EAC50-5B18-23CC-BEA4-A40E408F96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3" y="8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8" name="Oval 117">
                <a:extLst>
                  <a:ext uri="{FF2B5EF4-FFF2-40B4-BE49-F238E27FC236}">
                    <a16:creationId xmlns:a16="http://schemas.microsoft.com/office/drawing/2014/main" id="{C16CFD9C-CA48-742B-B33B-F16BDB7EFD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84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79" name="Freeform 118">
                <a:extLst>
                  <a:ext uri="{FF2B5EF4-FFF2-40B4-BE49-F238E27FC236}">
                    <a16:creationId xmlns:a16="http://schemas.microsoft.com/office/drawing/2014/main" id="{F0807DE2-B66B-E1CE-0BB4-2198A2FA18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0" y="87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0" name="Freeform 119">
                <a:extLst>
                  <a:ext uri="{FF2B5EF4-FFF2-40B4-BE49-F238E27FC236}">
                    <a16:creationId xmlns:a16="http://schemas.microsoft.com/office/drawing/2014/main" id="{61EFDF6B-3FAD-ECD6-291A-2718A33314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90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1" name="Oval 120">
                <a:extLst>
                  <a:ext uri="{FF2B5EF4-FFF2-40B4-BE49-F238E27FC236}">
                    <a16:creationId xmlns:a16="http://schemas.microsoft.com/office/drawing/2014/main" id="{A0F1EA94-DD2D-2110-481C-5993A8484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9" y="94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2" name="Oval 121">
                <a:extLst>
                  <a:ext uri="{FF2B5EF4-FFF2-40B4-BE49-F238E27FC236}">
                    <a16:creationId xmlns:a16="http://schemas.microsoft.com/office/drawing/2014/main" id="{385FE30F-3957-D286-B2C9-49E7917AA6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3" y="97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3" name="Freeform 122">
                <a:extLst>
                  <a:ext uri="{FF2B5EF4-FFF2-40B4-BE49-F238E27FC236}">
                    <a16:creationId xmlns:a16="http://schemas.microsoft.com/office/drawing/2014/main" id="{521E4982-B253-9684-DDBB-D84E9DF313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6" y="101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4" name="Freeform 123">
                <a:extLst>
                  <a:ext uri="{FF2B5EF4-FFF2-40B4-BE49-F238E27FC236}">
                    <a16:creationId xmlns:a16="http://schemas.microsoft.com/office/drawing/2014/main" id="{0A81CEA3-4E5B-CE1E-C71B-7AA66A3FA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104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5" name="Freeform 124">
                <a:extLst>
                  <a:ext uri="{FF2B5EF4-FFF2-40B4-BE49-F238E27FC236}">
                    <a16:creationId xmlns:a16="http://schemas.microsoft.com/office/drawing/2014/main" id="{D1653FA9-7EE9-6742-239D-733AFE957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" y="1080"/>
                <a:ext cx="23" cy="22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6" name="Freeform 125">
                <a:extLst>
                  <a:ext uri="{FF2B5EF4-FFF2-40B4-BE49-F238E27FC236}">
                    <a16:creationId xmlns:a16="http://schemas.microsoft.com/office/drawing/2014/main" id="{A1435659-EC56-DE69-C8C3-34976A0B9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0" y="460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7" name="Freeform 126">
                <a:extLst>
                  <a:ext uri="{FF2B5EF4-FFF2-40B4-BE49-F238E27FC236}">
                    <a16:creationId xmlns:a16="http://schemas.microsoft.com/office/drawing/2014/main" id="{30BB8B0E-80F7-C940-2B2A-0F009C50F2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4" y="49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8" name="Freeform 127">
                <a:extLst>
                  <a:ext uri="{FF2B5EF4-FFF2-40B4-BE49-F238E27FC236}">
                    <a16:creationId xmlns:a16="http://schemas.microsoft.com/office/drawing/2014/main" id="{D4308ACD-427B-8D9A-10E2-341FBB012D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529"/>
                <a:ext cx="23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89" name="Freeform 128">
                <a:extLst>
                  <a:ext uri="{FF2B5EF4-FFF2-40B4-BE49-F238E27FC236}">
                    <a16:creationId xmlns:a16="http://schemas.microsoft.com/office/drawing/2014/main" id="{8C8E1943-12F1-E974-CED4-547DB5F5F1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" y="56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0" name="Freeform 129">
                <a:extLst>
                  <a:ext uri="{FF2B5EF4-FFF2-40B4-BE49-F238E27FC236}">
                    <a16:creationId xmlns:a16="http://schemas.microsoft.com/office/drawing/2014/main" id="{2C4161CE-D0E6-694B-3A11-0C46BCD62F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6" y="5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1" name="Freeform 130">
                <a:extLst>
                  <a:ext uri="{FF2B5EF4-FFF2-40B4-BE49-F238E27FC236}">
                    <a16:creationId xmlns:a16="http://schemas.microsoft.com/office/drawing/2014/main" id="{DCEF2A1D-26EB-200C-3634-C0E9E7B3BD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63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2" name="Freeform 131">
                <a:extLst>
                  <a:ext uri="{FF2B5EF4-FFF2-40B4-BE49-F238E27FC236}">
                    <a16:creationId xmlns:a16="http://schemas.microsoft.com/office/drawing/2014/main" id="{1DE857C9-8092-8BA1-9886-E6775700D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4" y="665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3" name="Oval 132">
                <a:extLst>
                  <a:ext uri="{FF2B5EF4-FFF2-40B4-BE49-F238E27FC236}">
                    <a16:creationId xmlns:a16="http://schemas.microsoft.com/office/drawing/2014/main" id="{018E5F66-399F-8B72-64B6-DBD599EF6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7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4" name="Oval 133">
                <a:extLst>
                  <a:ext uri="{FF2B5EF4-FFF2-40B4-BE49-F238E27FC236}">
                    <a16:creationId xmlns:a16="http://schemas.microsoft.com/office/drawing/2014/main" id="{35E01F22-BDA0-14D4-EEA6-222688F2D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3" y="7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5" name="Freeform 134">
                <a:extLst>
                  <a:ext uri="{FF2B5EF4-FFF2-40B4-BE49-F238E27FC236}">
                    <a16:creationId xmlns:a16="http://schemas.microsoft.com/office/drawing/2014/main" id="{2078B448-63E0-F2A1-D590-52D10C197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6" y="767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6" name="Freeform 135">
                <a:extLst>
                  <a:ext uri="{FF2B5EF4-FFF2-40B4-BE49-F238E27FC236}">
                    <a16:creationId xmlns:a16="http://schemas.microsoft.com/office/drawing/2014/main" id="{A95BCE00-F6F3-87AD-42B1-45645A02F4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80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7" name="Oval 136">
                <a:extLst>
                  <a:ext uri="{FF2B5EF4-FFF2-40B4-BE49-F238E27FC236}">
                    <a16:creationId xmlns:a16="http://schemas.microsoft.com/office/drawing/2014/main" id="{27C33E1C-ED62-66C7-0771-558B4B45D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5" y="8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8" name="Oval 137">
                <a:extLst>
                  <a:ext uri="{FF2B5EF4-FFF2-40B4-BE49-F238E27FC236}">
                    <a16:creationId xmlns:a16="http://schemas.microsoft.com/office/drawing/2014/main" id="{743EEE9B-B9ED-9ABC-786C-752BEC9C0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9" y="87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199" name="Freeform 138">
                <a:extLst>
                  <a:ext uri="{FF2B5EF4-FFF2-40B4-BE49-F238E27FC236}">
                    <a16:creationId xmlns:a16="http://schemas.microsoft.com/office/drawing/2014/main" id="{C8B1E52E-E647-512F-4D44-C16E82D87E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2" y="903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0" name="Freeform 139">
                <a:extLst>
                  <a:ext uri="{FF2B5EF4-FFF2-40B4-BE49-F238E27FC236}">
                    <a16:creationId xmlns:a16="http://schemas.microsoft.com/office/drawing/2014/main" id="{110D1D50-3D31-E053-13DB-CECEE62A40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6" y="93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1" name="Oval 140">
                <a:extLst>
                  <a:ext uri="{FF2B5EF4-FFF2-40B4-BE49-F238E27FC236}">
                    <a16:creationId xmlns:a16="http://schemas.microsoft.com/office/drawing/2014/main" id="{716A6257-2F27-EF78-ECA1-6A6727DC9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1" y="972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2" name="Oval 141">
                <a:extLst>
                  <a:ext uri="{FF2B5EF4-FFF2-40B4-BE49-F238E27FC236}">
                    <a16:creationId xmlns:a16="http://schemas.microsoft.com/office/drawing/2014/main" id="{EB4B8B98-FDBE-CC1C-4260-4D6B90A66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5" y="100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3" name="Freeform 142">
                <a:extLst>
                  <a:ext uri="{FF2B5EF4-FFF2-40B4-BE49-F238E27FC236}">
                    <a16:creationId xmlns:a16="http://schemas.microsoft.com/office/drawing/2014/main" id="{E7AB9C23-3E04-66E7-E679-AFD31B1BF8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8" y="103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4" name="Freeform 143">
                <a:extLst>
                  <a:ext uri="{FF2B5EF4-FFF2-40B4-BE49-F238E27FC236}">
                    <a16:creationId xmlns:a16="http://schemas.microsoft.com/office/drawing/2014/main" id="{40AEF9A8-29F2-AD02-EEC5-393B255A02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2" y="1073"/>
                <a:ext cx="23" cy="23"/>
              </a:xfrm>
              <a:custGeom>
                <a:avLst/>
                <a:gdLst>
                  <a:gd name="T0" fmla="*/ 906 w 1102"/>
                  <a:gd name="T1" fmla="*/ 906 h 1102"/>
                  <a:gd name="T2" fmla="*/ 196 w 1102"/>
                  <a:gd name="T3" fmla="*/ 906 h 1102"/>
                  <a:gd name="T4" fmla="*/ 196 w 1102"/>
                  <a:gd name="T5" fmla="*/ 196 h 1102"/>
                  <a:gd name="T6" fmla="*/ 906 w 1102"/>
                  <a:gd name="T7" fmla="*/ 196 h 1102"/>
                  <a:gd name="T8" fmla="*/ 906 w 1102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2">
                    <a:moveTo>
                      <a:pt x="906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5" name="Oval 144">
                <a:extLst>
                  <a:ext uri="{FF2B5EF4-FFF2-40B4-BE49-F238E27FC236}">
                    <a16:creationId xmlns:a16="http://schemas.microsoft.com/office/drawing/2014/main" id="{71256090-2B34-7E96-C2B7-A9A1F30CA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7" y="1108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6" name="Freeform 145">
                <a:extLst>
                  <a:ext uri="{FF2B5EF4-FFF2-40B4-BE49-F238E27FC236}">
                    <a16:creationId xmlns:a16="http://schemas.microsoft.com/office/drawing/2014/main" id="{8F7546BB-145B-B59B-7E2F-B76B4A90B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2" y="48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7" name="Freeform 146">
                <a:extLst>
                  <a:ext uri="{FF2B5EF4-FFF2-40B4-BE49-F238E27FC236}">
                    <a16:creationId xmlns:a16="http://schemas.microsoft.com/office/drawing/2014/main" id="{BC43B9D8-712D-88B0-758F-8FB057B0D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6" y="522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8" name="Freeform 147">
                <a:extLst>
                  <a:ext uri="{FF2B5EF4-FFF2-40B4-BE49-F238E27FC236}">
                    <a16:creationId xmlns:a16="http://schemas.microsoft.com/office/drawing/2014/main" id="{7D040C48-A77E-1020-2AAB-78780A2C87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0" y="55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09" name="Freeform 148">
                <a:extLst>
                  <a:ext uri="{FF2B5EF4-FFF2-40B4-BE49-F238E27FC236}">
                    <a16:creationId xmlns:a16="http://schemas.microsoft.com/office/drawing/2014/main" id="{25AD0FDD-A45E-FF09-3BAB-F782E2499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4" y="59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0" name="Freeform 149">
                <a:extLst>
                  <a:ext uri="{FF2B5EF4-FFF2-40B4-BE49-F238E27FC236}">
                    <a16:creationId xmlns:a16="http://schemas.microsoft.com/office/drawing/2014/main" id="{9ED2DCC2-9BA2-E071-E8DC-4F4E0F209E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8" y="624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1" name="Freeform 150">
                <a:extLst>
                  <a:ext uri="{FF2B5EF4-FFF2-40B4-BE49-F238E27FC236}">
                    <a16:creationId xmlns:a16="http://schemas.microsoft.com/office/drawing/2014/main" id="{6B1359D4-4611-5555-88CD-515960034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65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2" name="Freeform 151">
                <a:extLst>
                  <a:ext uri="{FF2B5EF4-FFF2-40B4-BE49-F238E27FC236}">
                    <a16:creationId xmlns:a16="http://schemas.microsoft.com/office/drawing/2014/main" id="{1E1F5935-EACE-BE9B-9F5A-384B86229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6" y="692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3" name="Freeform 152">
                <a:extLst>
                  <a:ext uri="{FF2B5EF4-FFF2-40B4-BE49-F238E27FC236}">
                    <a16:creationId xmlns:a16="http://schemas.microsoft.com/office/drawing/2014/main" id="{AE090B87-D4CB-FF45-7C93-2597548B93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727"/>
                <a:ext cx="23" cy="22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4" name="Freeform 153">
                <a:extLst>
                  <a:ext uri="{FF2B5EF4-FFF2-40B4-BE49-F238E27FC236}">
                    <a16:creationId xmlns:a16="http://schemas.microsoft.com/office/drawing/2014/main" id="{5BC00659-1F6E-56FB-DE15-69C520A711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4" y="761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5" name="Freeform 154">
                <a:extLst>
                  <a:ext uri="{FF2B5EF4-FFF2-40B4-BE49-F238E27FC236}">
                    <a16:creationId xmlns:a16="http://schemas.microsoft.com/office/drawing/2014/main" id="{AEC1A118-3766-E13E-E690-9C3067B13B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8" y="79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6" name="Freeform 155">
                <a:extLst>
                  <a:ext uri="{FF2B5EF4-FFF2-40B4-BE49-F238E27FC236}">
                    <a16:creationId xmlns:a16="http://schemas.microsoft.com/office/drawing/2014/main" id="{B6C003D7-11FF-B4D7-012D-B18732E0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2" y="829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7" name="Oval 156">
                <a:extLst>
                  <a:ext uri="{FF2B5EF4-FFF2-40B4-BE49-F238E27FC236}">
                    <a16:creationId xmlns:a16="http://schemas.microsoft.com/office/drawing/2014/main" id="{842566DC-70FE-D671-9F63-8F8036D47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7" y="86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8" name="Freeform 157">
                <a:extLst>
                  <a:ext uri="{FF2B5EF4-FFF2-40B4-BE49-F238E27FC236}">
                    <a16:creationId xmlns:a16="http://schemas.microsoft.com/office/drawing/2014/main" id="{CE8526FF-8022-F29C-1628-4C9144FEE9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0" y="89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5 w 1101"/>
                  <a:gd name="T3" fmla="*/ 905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1" y="1101"/>
                      <a:pt x="195" y="905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19" name="Freeform 158">
                <a:extLst>
                  <a:ext uri="{FF2B5EF4-FFF2-40B4-BE49-F238E27FC236}">
                    <a16:creationId xmlns:a16="http://schemas.microsoft.com/office/drawing/2014/main" id="{11018853-FD0C-B8F9-08E5-53E180B55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4" y="931"/>
                <a:ext cx="23" cy="23"/>
              </a:xfrm>
              <a:custGeom>
                <a:avLst/>
                <a:gdLst>
                  <a:gd name="T0" fmla="*/ 906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6 w 1101"/>
                  <a:gd name="T7" fmla="*/ 196 h 1101"/>
                  <a:gd name="T8" fmla="*/ 906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1" y="392"/>
                      <a:pt x="1101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0" name="Freeform 159">
                <a:extLst>
                  <a:ext uri="{FF2B5EF4-FFF2-40B4-BE49-F238E27FC236}">
                    <a16:creationId xmlns:a16="http://schemas.microsoft.com/office/drawing/2014/main" id="{3D097703-B959-D6C1-0096-5646D35110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8" y="965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5 h 1101"/>
                  <a:gd name="T6" fmla="*/ 905 w 1101"/>
                  <a:gd name="T7" fmla="*/ 195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5"/>
                    </a:cubicBezTo>
                    <a:cubicBezTo>
                      <a:pt x="392" y="0"/>
                      <a:pt x="709" y="0"/>
                      <a:pt x="905" y="195"/>
                    </a:cubicBezTo>
                    <a:cubicBezTo>
                      <a:pt x="1101" y="391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1" name="Oval 160">
                <a:extLst>
                  <a:ext uri="{FF2B5EF4-FFF2-40B4-BE49-F238E27FC236}">
                    <a16:creationId xmlns:a16="http://schemas.microsoft.com/office/drawing/2014/main" id="{87E06079-8CE1-226B-E011-E6D775FEA5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3" y="1000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2" name="Oval 161">
                <a:extLst>
                  <a:ext uri="{FF2B5EF4-FFF2-40B4-BE49-F238E27FC236}">
                    <a16:creationId xmlns:a16="http://schemas.microsoft.com/office/drawing/2014/main" id="{0066F4FC-53C4-1DC7-8C76-A5FF5A730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1034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3" name="Freeform 162">
                <a:extLst>
                  <a:ext uri="{FF2B5EF4-FFF2-40B4-BE49-F238E27FC236}">
                    <a16:creationId xmlns:a16="http://schemas.microsoft.com/office/drawing/2014/main" id="{D351EEC3-3623-45C6-0648-40AA6200F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1067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4" name="Freeform 163">
                <a:extLst>
                  <a:ext uri="{FF2B5EF4-FFF2-40B4-BE49-F238E27FC236}">
                    <a16:creationId xmlns:a16="http://schemas.microsoft.com/office/drawing/2014/main" id="{A36C9851-96B3-7E83-7699-3E2314C63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5" y="1101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5 w 1101"/>
                  <a:gd name="T3" fmla="*/ 906 h 1101"/>
                  <a:gd name="T4" fmla="*/ 195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09" y="1101"/>
                      <a:pt x="391" y="1101"/>
                      <a:pt x="195" y="906"/>
                    </a:cubicBezTo>
                    <a:cubicBezTo>
                      <a:pt x="0" y="710"/>
                      <a:pt x="0" y="392"/>
                      <a:pt x="195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5" name="Oval 164">
                <a:extLst>
                  <a:ext uri="{FF2B5EF4-FFF2-40B4-BE49-F238E27FC236}">
                    <a16:creationId xmlns:a16="http://schemas.microsoft.com/office/drawing/2014/main" id="{77E8BE76-9EAC-216A-3C8D-0AE1F4205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0" y="1136"/>
                <a:ext cx="21" cy="21"/>
              </a:xfrm>
              <a:prstGeom prst="ellipse">
                <a:avLst/>
              </a:pr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6" name="Freeform 165">
                <a:extLst>
                  <a:ext uri="{FF2B5EF4-FFF2-40B4-BE49-F238E27FC236}">
                    <a16:creationId xmlns:a16="http://schemas.microsoft.com/office/drawing/2014/main" id="{A56574BD-6564-0998-9EC9-FB5A4B8C43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4" y="51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7" name="Freeform 166">
                <a:extLst>
                  <a:ext uri="{FF2B5EF4-FFF2-40B4-BE49-F238E27FC236}">
                    <a16:creationId xmlns:a16="http://schemas.microsoft.com/office/drawing/2014/main" id="{66A20F69-0530-5463-8A16-017C59C8E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8" y="55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8" name="Freeform 167">
                <a:extLst>
                  <a:ext uri="{FF2B5EF4-FFF2-40B4-BE49-F238E27FC236}">
                    <a16:creationId xmlns:a16="http://schemas.microsoft.com/office/drawing/2014/main" id="{A9AC3ED6-3C24-792E-D549-AFC36CE21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2" y="584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29" name="Freeform 168">
                <a:extLst>
                  <a:ext uri="{FF2B5EF4-FFF2-40B4-BE49-F238E27FC236}">
                    <a16:creationId xmlns:a16="http://schemas.microsoft.com/office/drawing/2014/main" id="{BF5DAAF0-587D-36E1-585C-69950890E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6" y="618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0" name="Freeform 169">
                <a:extLst>
                  <a:ext uri="{FF2B5EF4-FFF2-40B4-BE49-F238E27FC236}">
                    <a16:creationId xmlns:a16="http://schemas.microsoft.com/office/drawing/2014/main" id="{5E782BC9-95D5-0CBD-B517-CD073BAF4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0" y="65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1" name="Freeform 170">
                <a:extLst>
                  <a:ext uri="{FF2B5EF4-FFF2-40B4-BE49-F238E27FC236}">
                    <a16:creationId xmlns:a16="http://schemas.microsoft.com/office/drawing/2014/main" id="{BF0C57E5-628E-16BD-6C24-89B7B6410C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4" y="686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2" name="Freeform 171">
                <a:extLst>
                  <a:ext uri="{FF2B5EF4-FFF2-40B4-BE49-F238E27FC236}">
                    <a16:creationId xmlns:a16="http://schemas.microsoft.com/office/drawing/2014/main" id="{88ED723E-A062-0378-74D6-5479605D3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8" y="72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3" name="Freeform 172">
                <a:extLst>
                  <a:ext uri="{FF2B5EF4-FFF2-40B4-BE49-F238E27FC236}">
                    <a16:creationId xmlns:a16="http://schemas.microsoft.com/office/drawing/2014/main" id="{60F965AD-6046-072F-34F5-DC9E34609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2" y="75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4" name="Freeform 173">
                <a:extLst>
                  <a:ext uri="{FF2B5EF4-FFF2-40B4-BE49-F238E27FC236}">
                    <a16:creationId xmlns:a16="http://schemas.microsoft.com/office/drawing/2014/main" id="{31DF49B3-203D-47DE-74B1-9F2CD34CB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6" y="7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5" name="Freeform 174">
                <a:extLst>
                  <a:ext uri="{FF2B5EF4-FFF2-40B4-BE49-F238E27FC236}">
                    <a16:creationId xmlns:a16="http://schemas.microsoft.com/office/drawing/2014/main" id="{20A08D51-5060-8DF8-9790-E070BFADC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0" y="82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6" name="Freeform 175">
                <a:extLst>
                  <a:ext uri="{FF2B5EF4-FFF2-40B4-BE49-F238E27FC236}">
                    <a16:creationId xmlns:a16="http://schemas.microsoft.com/office/drawing/2014/main" id="{D58EC20E-62BA-2109-93A4-31AA48045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85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7" name="Freeform 176">
                <a:extLst>
                  <a:ext uri="{FF2B5EF4-FFF2-40B4-BE49-F238E27FC236}">
                    <a16:creationId xmlns:a16="http://schemas.microsoft.com/office/drawing/2014/main" id="{49671D9E-3CED-1C25-E410-47018CC30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8" y="89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10" y="1102"/>
                      <a:pt x="392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8" name="Freeform 177">
                <a:extLst>
                  <a:ext uri="{FF2B5EF4-FFF2-40B4-BE49-F238E27FC236}">
                    <a16:creationId xmlns:a16="http://schemas.microsoft.com/office/drawing/2014/main" id="{4277C05E-E249-D2B4-C650-E3A25BFEAE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925"/>
                <a:ext cx="22" cy="22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39" name="Freeform 178">
                <a:extLst>
                  <a:ext uri="{FF2B5EF4-FFF2-40B4-BE49-F238E27FC236}">
                    <a16:creationId xmlns:a16="http://schemas.microsoft.com/office/drawing/2014/main" id="{15DE1F8E-8240-1CE0-260D-89B0777622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7" y="959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0" name="Freeform 179">
                <a:extLst>
                  <a:ext uri="{FF2B5EF4-FFF2-40B4-BE49-F238E27FC236}">
                    <a16:creationId xmlns:a16="http://schemas.microsoft.com/office/drawing/2014/main" id="{A3EF0107-1AFB-B587-276B-0C2F57C834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1" y="993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1" name="Freeform 180">
                <a:extLst>
                  <a:ext uri="{FF2B5EF4-FFF2-40B4-BE49-F238E27FC236}">
                    <a16:creationId xmlns:a16="http://schemas.microsoft.com/office/drawing/2014/main" id="{3BCB2940-A343-442F-CBBC-31037D2B92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5" y="102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2" name="Freeform 181">
                <a:extLst>
                  <a:ext uri="{FF2B5EF4-FFF2-40B4-BE49-F238E27FC236}">
                    <a16:creationId xmlns:a16="http://schemas.microsoft.com/office/drawing/2014/main" id="{42F25184-2FDF-50E9-05BD-EE7297D58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" y="1061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3" name="Freeform 182">
                <a:extLst>
                  <a:ext uri="{FF2B5EF4-FFF2-40B4-BE49-F238E27FC236}">
                    <a16:creationId xmlns:a16="http://schemas.microsoft.com/office/drawing/2014/main" id="{184649DD-9C4E-FBBC-698C-722DA96C5D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3" y="1095"/>
                <a:ext cx="23" cy="23"/>
              </a:xfrm>
              <a:custGeom>
                <a:avLst/>
                <a:gdLst>
                  <a:gd name="T0" fmla="*/ 905 w 1101"/>
                  <a:gd name="T1" fmla="*/ 906 h 1101"/>
                  <a:gd name="T2" fmla="*/ 196 w 1101"/>
                  <a:gd name="T3" fmla="*/ 906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6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6"/>
                    </a:moveTo>
                    <a:cubicBezTo>
                      <a:pt x="710" y="1101"/>
                      <a:pt x="392" y="1101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4" name="Freeform 183">
                <a:extLst>
                  <a:ext uri="{FF2B5EF4-FFF2-40B4-BE49-F238E27FC236}">
                    <a16:creationId xmlns:a16="http://schemas.microsoft.com/office/drawing/2014/main" id="{35D6A489-4182-0437-0650-2E75B7E7F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7" y="1129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5" name="Freeform 184">
                <a:extLst>
                  <a:ext uri="{FF2B5EF4-FFF2-40B4-BE49-F238E27FC236}">
                    <a16:creationId xmlns:a16="http://schemas.microsoft.com/office/drawing/2014/main" id="{95488062-E849-B5F0-8678-57682D2A0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1" y="1163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1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1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6" name="Freeform 185">
                <a:extLst>
                  <a:ext uri="{FF2B5EF4-FFF2-40B4-BE49-F238E27FC236}">
                    <a16:creationId xmlns:a16="http://schemas.microsoft.com/office/drawing/2014/main" id="{79BEB223-74F3-F7BD-DF0A-2B40F4A68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6" y="54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7" name="Freeform 186">
                <a:extLst>
                  <a:ext uri="{FF2B5EF4-FFF2-40B4-BE49-F238E27FC236}">
                    <a16:creationId xmlns:a16="http://schemas.microsoft.com/office/drawing/2014/main" id="{B946856D-7A10-B06F-9512-B2318EACB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57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8" name="Freeform 187">
                <a:extLst>
                  <a:ext uri="{FF2B5EF4-FFF2-40B4-BE49-F238E27FC236}">
                    <a16:creationId xmlns:a16="http://schemas.microsoft.com/office/drawing/2014/main" id="{93E00395-B0C2-F3DC-D16D-DCBE05619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4" y="612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49" name="Freeform 188">
                <a:extLst>
                  <a:ext uri="{FF2B5EF4-FFF2-40B4-BE49-F238E27FC236}">
                    <a16:creationId xmlns:a16="http://schemas.microsoft.com/office/drawing/2014/main" id="{C7718087-DDCC-EE45-1DC5-91E9068D3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8" y="646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0" name="Freeform 189">
                <a:extLst>
                  <a:ext uri="{FF2B5EF4-FFF2-40B4-BE49-F238E27FC236}">
                    <a16:creationId xmlns:a16="http://schemas.microsoft.com/office/drawing/2014/main" id="{2513C299-C93F-4EDD-28E0-DC188503F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2" y="680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1" name="Freeform 190">
                <a:extLst>
                  <a:ext uri="{FF2B5EF4-FFF2-40B4-BE49-F238E27FC236}">
                    <a16:creationId xmlns:a16="http://schemas.microsoft.com/office/drawing/2014/main" id="{8359B242-A2C9-1546-11B4-4A497E06FA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6" y="714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2" name="Freeform 191">
                <a:extLst>
                  <a:ext uri="{FF2B5EF4-FFF2-40B4-BE49-F238E27FC236}">
                    <a16:creationId xmlns:a16="http://schemas.microsoft.com/office/drawing/2014/main" id="{3751CF20-9992-7BD0-A6CE-A57930300A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1" y="748"/>
                <a:ext cx="22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3" name="Freeform 192">
                <a:extLst>
                  <a:ext uri="{FF2B5EF4-FFF2-40B4-BE49-F238E27FC236}">
                    <a16:creationId xmlns:a16="http://schemas.microsoft.com/office/drawing/2014/main" id="{EC9B270E-5934-4906-DEAF-7FB47DF25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782"/>
                <a:ext cx="22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4" name="Freeform 193">
                <a:extLst>
                  <a:ext uri="{FF2B5EF4-FFF2-40B4-BE49-F238E27FC236}">
                    <a16:creationId xmlns:a16="http://schemas.microsoft.com/office/drawing/2014/main" id="{34175106-C704-7AF3-2179-A02CCD7999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9" y="816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5" name="Freeform 194">
                <a:extLst>
                  <a:ext uri="{FF2B5EF4-FFF2-40B4-BE49-F238E27FC236}">
                    <a16:creationId xmlns:a16="http://schemas.microsoft.com/office/drawing/2014/main" id="{3B8E2CA1-C34A-575A-F534-D06665B6E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3" y="850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6" name="Freeform 195">
                <a:extLst>
                  <a:ext uri="{FF2B5EF4-FFF2-40B4-BE49-F238E27FC236}">
                    <a16:creationId xmlns:a16="http://schemas.microsoft.com/office/drawing/2014/main" id="{9796D352-D902-3BC7-798B-6CAA8F18D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7" y="884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7" name="Freeform 196">
                <a:extLst>
                  <a:ext uri="{FF2B5EF4-FFF2-40B4-BE49-F238E27FC236}">
                    <a16:creationId xmlns:a16="http://schemas.microsoft.com/office/drawing/2014/main" id="{AB7420F4-C494-A5C9-8750-DA0AF8BD86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918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8" name="Freeform 197">
                <a:extLst>
                  <a:ext uri="{FF2B5EF4-FFF2-40B4-BE49-F238E27FC236}">
                    <a16:creationId xmlns:a16="http://schemas.microsoft.com/office/drawing/2014/main" id="{25C97E22-2401-C30B-0F1A-C287FF5BF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5" y="952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59" name="Freeform 198">
                <a:extLst>
                  <a:ext uri="{FF2B5EF4-FFF2-40B4-BE49-F238E27FC236}">
                    <a16:creationId xmlns:a16="http://schemas.microsoft.com/office/drawing/2014/main" id="{A13C7F52-37CE-8588-7AFA-CB94C5F16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986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0" name="Freeform 199">
                <a:extLst>
                  <a:ext uri="{FF2B5EF4-FFF2-40B4-BE49-F238E27FC236}">
                    <a16:creationId xmlns:a16="http://schemas.microsoft.com/office/drawing/2014/main" id="{039D2D4B-83ED-86CD-5CD9-E3EB25021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3" y="1020"/>
                <a:ext cx="23" cy="23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10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1" name="Freeform 200">
                <a:extLst>
                  <a:ext uri="{FF2B5EF4-FFF2-40B4-BE49-F238E27FC236}">
                    <a16:creationId xmlns:a16="http://schemas.microsoft.com/office/drawing/2014/main" id="{3EB5172C-6416-3009-0261-CB2C05233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7" y="1054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2" name="Freeform 201">
                <a:extLst>
                  <a:ext uri="{FF2B5EF4-FFF2-40B4-BE49-F238E27FC236}">
                    <a16:creationId xmlns:a16="http://schemas.microsoft.com/office/drawing/2014/main" id="{33F7B355-7463-6B34-7B21-2B2B0378C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1" y="1088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3" name="Freeform 202">
                <a:extLst>
                  <a:ext uri="{FF2B5EF4-FFF2-40B4-BE49-F238E27FC236}">
                    <a16:creationId xmlns:a16="http://schemas.microsoft.com/office/drawing/2014/main" id="{CCE1E826-7CD5-A028-38E4-2B6C51BCDF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" y="1123"/>
                <a:ext cx="23" cy="22"/>
              </a:xfrm>
              <a:custGeom>
                <a:avLst/>
                <a:gdLst>
                  <a:gd name="T0" fmla="*/ 906 w 1102"/>
                  <a:gd name="T1" fmla="*/ 905 h 1101"/>
                  <a:gd name="T2" fmla="*/ 196 w 1102"/>
                  <a:gd name="T3" fmla="*/ 905 h 1101"/>
                  <a:gd name="T4" fmla="*/ 196 w 1102"/>
                  <a:gd name="T5" fmla="*/ 196 h 1101"/>
                  <a:gd name="T6" fmla="*/ 906 w 1102"/>
                  <a:gd name="T7" fmla="*/ 196 h 1101"/>
                  <a:gd name="T8" fmla="*/ 906 w 1102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2" h="1101">
                    <a:moveTo>
                      <a:pt x="906" y="905"/>
                    </a:moveTo>
                    <a:cubicBezTo>
                      <a:pt x="710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10" y="0"/>
                      <a:pt x="906" y="196"/>
                    </a:cubicBezTo>
                    <a:cubicBezTo>
                      <a:pt x="1102" y="392"/>
                      <a:pt x="1102" y="709"/>
                      <a:pt x="906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4" name="Freeform 203">
                <a:extLst>
                  <a:ext uri="{FF2B5EF4-FFF2-40B4-BE49-F238E27FC236}">
                    <a16:creationId xmlns:a16="http://schemas.microsoft.com/office/drawing/2014/main" id="{180E5498-90DD-E3FC-671A-FBE0875E3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1157"/>
                <a:ext cx="23" cy="23"/>
              </a:xfrm>
              <a:custGeom>
                <a:avLst/>
                <a:gdLst>
                  <a:gd name="T0" fmla="*/ 905 w 1101"/>
                  <a:gd name="T1" fmla="*/ 905 h 1101"/>
                  <a:gd name="T2" fmla="*/ 196 w 1101"/>
                  <a:gd name="T3" fmla="*/ 905 h 1101"/>
                  <a:gd name="T4" fmla="*/ 196 w 1101"/>
                  <a:gd name="T5" fmla="*/ 196 h 1101"/>
                  <a:gd name="T6" fmla="*/ 905 w 1101"/>
                  <a:gd name="T7" fmla="*/ 196 h 1101"/>
                  <a:gd name="T8" fmla="*/ 905 w 1101"/>
                  <a:gd name="T9" fmla="*/ 905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1">
                    <a:moveTo>
                      <a:pt x="905" y="905"/>
                    </a:moveTo>
                    <a:cubicBezTo>
                      <a:pt x="709" y="1101"/>
                      <a:pt x="392" y="1101"/>
                      <a:pt x="196" y="905"/>
                    </a:cubicBezTo>
                    <a:cubicBezTo>
                      <a:pt x="0" y="709"/>
                      <a:pt x="0" y="392"/>
                      <a:pt x="196" y="196"/>
                    </a:cubicBezTo>
                    <a:cubicBezTo>
                      <a:pt x="392" y="0"/>
                      <a:pt x="709" y="0"/>
                      <a:pt x="905" y="196"/>
                    </a:cubicBezTo>
                    <a:cubicBezTo>
                      <a:pt x="1101" y="392"/>
                      <a:pt x="1101" y="709"/>
                      <a:pt x="905" y="905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  <p:sp>
            <p:nvSpPr>
              <p:cNvPr id="265" name="Freeform 204">
                <a:extLst>
                  <a:ext uri="{FF2B5EF4-FFF2-40B4-BE49-F238E27FC236}">
                    <a16:creationId xmlns:a16="http://schemas.microsoft.com/office/drawing/2014/main" id="{7D7EA60B-02BE-3A98-FE28-5E4306B730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3" y="1191"/>
                <a:ext cx="23" cy="23"/>
              </a:xfrm>
              <a:custGeom>
                <a:avLst/>
                <a:gdLst>
                  <a:gd name="T0" fmla="*/ 905 w 1101"/>
                  <a:gd name="T1" fmla="*/ 906 h 1102"/>
                  <a:gd name="T2" fmla="*/ 196 w 1101"/>
                  <a:gd name="T3" fmla="*/ 906 h 1102"/>
                  <a:gd name="T4" fmla="*/ 196 w 1101"/>
                  <a:gd name="T5" fmla="*/ 196 h 1102"/>
                  <a:gd name="T6" fmla="*/ 905 w 1101"/>
                  <a:gd name="T7" fmla="*/ 196 h 1102"/>
                  <a:gd name="T8" fmla="*/ 905 w 1101"/>
                  <a:gd name="T9" fmla="*/ 906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01" h="1102">
                    <a:moveTo>
                      <a:pt x="905" y="906"/>
                    </a:moveTo>
                    <a:cubicBezTo>
                      <a:pt x="709" y="1102"/>
                      <a:pt x="391" y="1102"/>
                      <a:pt x="196" y="906"/>
                    </a:cubicBezTo>
                    <a:cubicBezTo>
                      <a:pt x="0" y="710"/>
                      <a:pt x="0" y="392"/>
                      <a:pt x="196" y="196"/>
                    </a:cubicBezTo>
                    <a:cubicBezTo>
                      <a:pt x="391" y="0"/>
                      <a:pt x="709" y="0"/>
                      <a:pt x="905" y="196"/>
                    </a:cubicBezTo>
                    <a:cubicBezTo>
                      <a:pt x="1101" y="392"/>
                      <a:pt x="1101" y="710"/>
                      <a:pt x="905" y="906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baseline="-25000"/>
              </a:p>
            </p:txBody>
          </p:sp>
        </p:grpSp>
        <p:sp>
          <p:nvSpPr>
            <p:cNvPr id="4" name="Freeform 206">
              <a:extLst>
                <a:ext uri="{FF2B5EF4-FFF2-40B4-BE49-F238E27FC236}">
                  <a16:creationId xmlns:a16="http://schemas.microsoft.com/office/drawing/2014/main" id="{BA219663-605B-7FCC-B0B8-E4391E200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757" y="9080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207">
              <a:extLst>
                <a:ext uri="{FF2B5EF4-FFF2-40B4-BE49-F238E27FC236}">
                  <a16:creationId xmlns:a16="http://schemas.microsoft.com/office/drawing/2014/main" id="{D44FFCEC-05F0-B9E8-D8FD-0636DE90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319" y="962025"/>
              <a:ext cx="34925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208">
              <a:extLst>
                <a:ext uri="{FF2B5EF4-FFF2-40B4-BE49-F238E27FC236}">
                  <a16:creationId xmlns:a16="http://schemas.microsoft.com/office/drawing/2014/main" id="{D4D23B78-F664-8FA6-73EC-38B5D9FE2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94" y="10160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209">
              <a:extLst>
                <a:ext uri="{FF2B5EF4-FFF2-40B4-BE49-F238E27FC236}">
                  <a16:creationId xmlns:a16="http://schemas.microsoft.com/office/drawing/2014/main" id="{49B0EE19-0242-F2DD-15EC-BAB4F9B4C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269" y="10699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210">
              <a:extLst>
                <a:ext uri="{FF2B5EF4-FFF2-40B4-BE49-F238E27FC236}">
                  <a16:creationId xmlns:a16="http://schemas.microsoft.com/office/drawing/2014/main" id="{F3603600-208A-8C69-D7D0-0E42CB71F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244" y="11239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211">
              <a:extLst>
                <a:ext uri="{FF2B5EF4-FFF2-40B4-BE49-F238E27FC236}">
                  <a16:creationId xmlns:a16="http://schemas.microsoft.com/office/drawing/2014/main" id="{D3A85621-7285-995B-ECE7-D684B79E7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219" y="11779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212">
              <a:extLst>
                <a:ext uri="{FF2B5EF4-FFF2-40B4-BE49-F238E27FC236}">
                  <a16:creationId xmlns:a16="http://schemas.microsoft.com/office/drawing/2014/main" id="{31BD44C5-64CA-A12E-B2D8-A8AC6085E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194" y="12319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213">
              <a:extLst>
                <a:ext uri="{FF2B5EF4-FFF2-40B4-BE49-F238E27FC236}">
                  <a16:creationId xmlns:a16="http://schemas.microsoft.com/office/drawing/2014/main" id="{FC289A28-9569-4D79-31D0-1865C66EA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169" y="12858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214">
              <a:extLst>
                <a:ext uri="{FF2B5EF4-FFF2-40B4-BE49-F238E27FC236}">
                  <a16:creationId xmlns:a16="http://schemas.microsoft.com/office/drawing/2014/main" id="{17E85A62-694F-D603-2F12-3168E9985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144" y="13398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215">
              <a:extLst>
                <a:ext uri="{FF2B5EF4-FFF2-40B4-BE49-F238E27FC236}">
                  <a16:creationId xmlns:a16="http://schemas.microsoft.com/office/drawing/2014/main" id="{91412F0A-E498-E1B4-B4E1-BEEFE0A60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119" y="139382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216">
              <a:extLst>
                <a:ext uri="{FF2B5EF4-FFF2-40B4-BE49-F238E27FC236}">
                  <a16:creationId xmlns:a16="http://schemas.microsoft.com/office/drawing/2014/main" id="{270DDE8D-B630-48D8-4AA2-49F154952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094" y="14478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217">
              <a:extLst>
                <a:ext uri="{FF2B5EF4-FFF2-40B4-BE49-F238E27FC236}">
                  <a16:creationId xmlns:a16="http://schemas.microsoft.com/office/drawing/2014/main" id="{8E41E687-43C3-FD81-4464-ABB3FCE22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069" y="15017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218">
              <a:extLst>
                <a:ext uri="{FF2B5EF4-FFF2-40B4-BE49-F238E27FC236}">
                  <a16:creationId xmlns:a16="http://schemas.microsoft.com/office/drawing/2014/main" id="{3C00ED6D-E7F3-D2C6-F4A2-577E1F644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5044" y="155575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219">
              <a:extLst>
                <a:ext uri="{FF2B5EF4-FFF2-40B4-BE49-F238E27FC236}">
                  <a16:creationId xmlns:a16="http://schemas.microsoft.com/office/drawing/2014/main" id="{4AD82541-BFB6-F022-2325-8E7F24AC4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9019" y="160972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220">
              <a:extLst>
                <a:ext uri="{FF2B5EF4-FFF2-40B4-BE49-F238E27FC236}">
                  <a16:creationId xmlns:a16="http://schemas.microsoft.com/office/drawing/2014/main" id="{DDF1A9E2-DD49-4618-DB41-4B8A9F278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994" y="16637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221">
              <a:extLst>
                <a:ext uri="{FF2B5EF4-FFF2-40B4-BE49-F238E27FC236}">
                  <a16:creationId xmlns:a16="http://schemas.microsoft.com/office/drawing/2014/main" id="{FCDC8D03-2022-D776-3B87-DB2D4F340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969" y="1717675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0" name="Freeform 222">
              <a:extLst>
                <a:ext uri="{FF2B5EF4-FFF2-40B4-BE49-F238E27FC236}">
                  <a16:creationId xmlns:a16="http://schemas.microsoft.com/office/drawing/2014/main" id="{AFC04F0A-1A06-A044-06ED-DEBDA6A47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944" y="1771650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223">
              <a:extLst>
                <a:ext uri="{FF2B5EF4-FFF2-40B4-BE49-F238E27FC236}">
                  <a16:creationId xmlns:a16="http://schemas.microsoft.com/office/drawing/2014/main" id="{2685C8D3-B75A-C156-9707-6736EA5D8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919" y="18256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5 w 1101"/>
                <a:gd name="T3" fmla="*/ 905 h 1101"/>
                <a:gd name="T4" fmla="*/ 195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5" y="905"/>
                  </a:cubicBezTo>
                  <a:cubicBezTo>
                    <a:pt x="0" y="709"/>
                    <a:pt x="0" y="392"/>
                    <a:pt x="195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224">
              <a:extLst>
                <a:ext uri="{FF2B5EF4-FFF2-40B4-BE49-F238E27FC236}">
                  <a16:creationId xmlns:a16="http://schemas.microsoft.com/office/drawing/2014/main" id="{B31C978E-2E84-A9B3-B190-16AD6F1D3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894" y="1879600"/>
              <a:ext cx="36513" cy="36513"/>
            </a:xfrm>
            <a:custGeom>
              <a:avLst/>
              <a:gdLst>
                <a:gd name="T0" fmla="*/ 906 w 1101"/>
                <a:gd name="T1" fmla="*/ 905 h 1101"/>
                <a:gd name="T2" fmla="*/ 196 w 1101"/>
                <a:gd name="T3" fmla="*/ 905 h 1101"/>
                <a:gd name="T4" fmla="*/ 196 w 1101"/>
                <a:gd name="T5" fmla="*/ 195 h 1101"/>
                <a:gd name="T6" fmla="*/ 906 w 1101"/>
                <a:gd name="T7" fmla="*/ 195 h 1101"/>
                <a:gd name="T8" fmla="*/ 906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5"/>
                  </a:cubicBezTo>
                  <a:cubicBezTo>
                    <a:pt x="392" y="0"/>
                    <a:pt x="710" y="0"/>
                    <a:pt x="906" y="195"/>
                  </a:cubicBezTo>
                  <a:cubicBezTo>
                    <a:pt x="1101" y="391"/>
                    <a:pt x="1101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225">
              <a:extLst>
                <a:ext uri="{FF2B5EF4-FFF2-40B4-BE49-F238E27FC236}">
                  <a16:creationId xmlns:a16="http://schemas.microsoft.com/office/drawing/2014/main" id="{42106BC6-395E-93CE-3F14-A319C1B15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869" y="1933575"/>
              <a:ext cx="36513" cy="36513"/>
            </a:xfrm>
            <a:custGeom>
              <a:avLst/>
              <a:gdLst>
                <a:gd name="T0" fmla="*/ 905 w 1101"/>
                <a:gd name="T1" fmla="*/ 906 h 1101"/>
                <a:gd name="T2" fmla="*/ 196 w 1101"/>
                <a:gd name="T3" fmla="*/ 906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6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6"/>
                  </a:moveTo>
                  <a:cubicBezTo>
                    <a:pt x="709" y="1101"/>
                    <a:pt x="392" y="1101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4" name="Freeform 226">
              <a:extLst>
                <a:ext uri="{FF2B5EF4-FFF2-40B4-BE49-F238E27FC236}">
                  <a16:creationId xmlns:a16="http://schemas.microsoft.com/office/drawing/2014/main" id="{819282CF-5D7F-3D8B-F04E-A5B2285A1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894" y="950913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5" name="Freeform 227">
              <a:extLst>
                <a:ext uri="{FF2B5EF4-FFF2-40B4-BE49-F238E27FC236}">
                  <a16:creationId xmlns:a16="http://schemas.microsoft.com/office/drawing/2014/main" id="{2C04348E-3B6A-23B1-5B01-A94321AA3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869" y="10048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6" name="Freeform 228">
              <a:extLst>
                <a:ext uri="{FF2B5EF4-FFF2-40B4-BE49-F238E27FC236}">
                  <a16:creationId xmlns:a16="http://schemas.microsoft.com/office/drawing/2014/main" id="{A5F37EFA-2DD0-3E84-DCD5-55CB59688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844" y="10588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7" name="Freeform 229">
              <a:extLst>
                <a:ext uri="{FF2B5EF4-FFF2-40B4-BE49-F238E27FC236}">
                  <a16:creationId xmlns:a16="http://schemas.microsoft.com/office/drawing/2014/main" id="{0CFF684F-1CAD-74B5-98A5-3DF2101E7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19" y="1112838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8" name="Freeform 230">
              <a:extLst>
                <a:ext uri="{FF2B5EF4-FFF2-40B4-BE49-F238E27FC236}">
                  <a16:creationId xmlns:a16="http://schemas.microsoft.com/office/drawing/2014/main" id="{09B0008A-AF27-C5AD-BEC5-98B7BAADC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794" y="11668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9" name="Freeform 231">
              <a:extLst>
                <a:ext uri="{FF2B5EF4-FFF2-40B4-BE49-F238E27FC236}">
                  <a16:creationId xmlns:a16="http://schemas.microsoft.com/office/drawing/2014/main" id="{7FB1997E-4F07-EA89-A0B0-A67DF321F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769" y="1222375"/>
              <a:ext cx="36513" cy="34925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0" name="Freeform 232">
              <a:extLst>
                <a:ext uri="{FF2B5EF4-FFF2-40B4-BE49-F238E27FC236}">
                  <a16:creationId xmlns:a16="http://schemas.microsoft.com/office/drawing/2014/main" id="{269AF698-F999-50D5-E9EC-34B13BC92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744" y="12763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1" name="Freeform 233">
              <a:extLst>
                <a:ext uri="{FF2B5EF4-FFF2-40B4-BE49-F238E27FC236}">
                  <a16:creationId xmlns:a16="http://schemas.microsoft.com/office/drawing/2014/main" id="{4ADE88A5-6760-47EB-06D3-9C9DD1BDC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719" y="13303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2" name="Freeform 234">
              <a:extLst>
                <a:ext uri="{FF2B5EF4-FFF2-40B4-BE49-F238E27FC236}">
                  <a16:creationId xmlns:a16="http://schemas.microsoft.com/office/drawing/2014/main" id="{CA025ABD-6598-D645-3F39-D4DFDF881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694" y="13843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3" name="Freeform 235">
              <a:extLst>
                <a:ext uri="{FF2B5EF4-FFF2-40B4-BE49-F238E27FC236}">
                  <a16:creationId xmlns:a16="http://schemas.microsoft.com/office/drawing/2014/main" id="{402485B0-C24F-CD79-055C-08B136A09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669" y="143827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4" name="Freeform 236">
              <a:extLst>
                <a:ext uri="{FF2B5EF4-FFF2-40B4-BE49-F238E27FC236}">
                  <a16:creationId xmlns:a16="http://schemas.microsoft.com/office/drawing/2014/main" id="{4A1B1631-E148-BFF1-6148-FE63944C2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644" y="14922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5" name="Freeform 237">
              <a:extLst>
                <a:ext uri="{FF2B5EF4-FFF2-40B4-BE49-F238E27FC236}">
                  <a16:creationId xmlns:a16="http://schemas.microsoft.com/office/drawing/2014/main" id="{0E3DF2AB-05DF-427A-BE55-85F34D916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619" y="154622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6" name="Freeform 238">
              <a:extLst>
                <a:ext uri="{FF2B5EF4-FFF2-40B4-BE49-F238E27FC236}">
                  <a16:creationId xmlns:a16="http://schemas.microsoft.com/office/drawing/2014/main" id="{70B16042-F791-3D7F-FCB3-BFAB6072F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594" y="160020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7" name="Freeform 239">
              <a:extLst>
                <a:ext uri="{FF2B5EF4-FFF2-40B4-BE49-F238E27FC236}">
                  <a16:creationId xmlns:a16="http://schemas.microsoft.com/office/drawing/2014/main" id="{33E9B701-979A-3377-8266-B126FF5CB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569" y="16541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8" name="Freeform 240">
              <a:extLst>
                <a:ext uri="{FF2B5EF4-FFF2-40B4-BE49-F238E27FC236}">
                  <a16:creationId xmlns:a16="http://schemas.microsoft.com/office/drawing/2014/main" id="{CC393173-F499-2648-A9A8-294446D64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544" y="17081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39" name="Freeform 241">
              <a:extLst>
                <a:ext uri="{FF2B5EF4-FFF2-40B4-BE49-F238E27FC236}">
                  <a16:creationId xmlns:a16="http://schemas.microsoft.com/office/drawing/2014/main" id="{C5ACCD88-0EE5-6A50-5616-1B8602C42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519" y="1762125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0" name="Freeform 242">
              <a:extLst>
                <a:ext uri="{FF2B5EF4-FFF2-40B4-BE49-F238E27FC236}">
                  <a16:creationId xmlns:a16="http://schemas.microsoft.com/office/drawing/2014/main" id="{8ED22EFD-33A5-F82B-E5F1-B1C489F4F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494" y="18161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1" name="Freeform 243">
              <a:extLst>
                <a:ext uri="{FF2B5EF4-FFF2-40B4-BE49-F238E27FC236}">
                  <a16:creationId xmlns:a16="http://schemas.microsoft.com/office/drawing/2014/main" id="{ED91A15A-80E0-83E5-9183-AB12AB2EA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469" y="18700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2" y="1101"/>
                    <a:pt x="196" y="905"/>
                  </a:cubicBezTo>
                  <a:cubicBezTo>
                    <a:pt x="0" y="709"/>
                    <a:pt x="0" y="391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1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2" name="Freeform 244">
              <a:extLst>
                <a:ext uri="{FF2B5EF4-FFF2-40B4-BE49-F238E27FC236}">
                  <a16:creationId xmlns:a16="http://schemas.microsoft.com/office/drawing/2014/main" id="{0BA924A2-53EC-9FA7-66EB-7D72D719B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444" y="1924050"/>
              <a:ext cx="36513" cy="36513"/>
            </a:xfrm>
            <a:custGeom>
              <a:avLst/>
              <a:gdLst>
                <a:gd name="T0" fmla="*/ 906 w 1102"/>
                <a:gd name="T1" fmla="*/ 906 h 1102"/>
                <a:gd name="T2" fmla="*/ 196 w 1102"/>
                <a:gd name="T3" fmla="*/ 906 h 1102"/>
                <a:gd name="T4" fmla="*/ 196 w 1102"/>
                <a:gd name="T5" fmla="*/ 196 h 1102"/>
                <a:gd name="T6" fmla="*/ 906 w 1102"/>
                <a:gd name="T7" fmla="*/ 196 h 1102"/>
                <a:gd name="T8" fmla="*/ 906 w 1102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2">
                  <a:moveTo>
                    <a:pt x="906" y="906"/>
                  </a:moveTo>
                  <a:cubicBezTo>
                    <a:pt x="710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10"/>
                    <a:pt x="906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3" name="Freeform 245">
              <a:extLst>
                <a:ext uri="{FF2B5EF4-FFF2-40B4-BE49-F238E27FC236}">
                  <a16:creationId xmlns:a16="http://schemas.microsoft.com/office/drawing/2014/main" id="{6CFA558C-1D30-9C86-1D70-C31DB24CB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0007" y="1978025"/>
              <a:ext cx="34925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4" name="Freeform 246">
              <a:extLst>
                <a:ext uri="{FF2B5EF4-FFF2-40B4-BE49-F238E27FC236}">
                  <a16:creationId xmlns:a16="http://schemas.microsoft.com/office/drawing/2014/main" id="{37EA13EB-735A-ADB9-1012-59DEBFFE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44" y="99536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5" name="Freeform 247">
              <a:extLst>
                <a:ext uri="{FF2B5EF4-FFF2-40B4-BE49-F238E27FC236}">
                  <a16:creationId xmlns:a16="http://schemas.microsoft.com/office/drawing/2014/main" id="{1137A786-7E78-5DDD-694E-559D00C17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419" y="104933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6" name="Oval 248">
              <a:extLst>
                <a:ext uri="{FF2B5EF4-FFF2-40B4-BE49-F238E27FC236}">
                  <a16:creationId xmlns:a16="http://schemas.microsoft.com/office/drawing/2014/main" id="{2D5DC407-8756-8C35-272F-271B761D2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982" y="1104900"/>
              <a:ext cx="33338" cy="33338"/>
            </a:xfrm>
            <a:prstGeom prst="ellipse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7" name="Freeform 249">
              <a:extLst>
                <a:ext uri="{FF2B5EF4-FFF2-40B4-BE49-F238E27FC236}">
                  <a16:creationId xmlns:a16="http://schemas.microsoft.com/office/drawing/2014/main" id="{FAB8E4DA-D53C-239F-1A0C-B5B2ACDB7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369" y="115728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09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8" name="Freeform 250">
              <a:extLst>
                <a:ext uri="{FF2B5EF4-FFF2-40B4-BE49-F238E27FC236}">
                  <a16:creationId xmlns:a16="http://schemas.microsoft.com/office/drawing/2014/main" id="{7F1F0791-563A-2F1F-06AD-B5FD00102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44" y="1211263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9" name="Freeform 251">
              <a:extLst>
                <a:ext uri="{FF2B5EF4-FFF2-40B4-BE49-F238E27FC236}">
                  <a16:creationId xmlns:a16="http://schemas.microsoft.com/office/drawing/2014/main" id="{F9CF0D96-286E-9128-81ED-EB5429680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319" y="1265238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0" name="Freeform 252">
              <a:extLst>
                <a:ext uri="{FF2B5EF4-FFF2-40B4-BE49-F238E27FC236}">
                  <a16:creationId xmlns:a16="http://schemas.microsoft.com/office/drawing/2014/main" id="{266A23A8-A9F3-42C4-77AE-5296E4C52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294" y="1319213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1" name="Freeform 253">
              <a:extLst>
                <a:ext uri="{FF2B5EF4-FFF2-40B4-BE49-F238E27FC236}">
                  <a16:creationId xmlns:a16="http://schemas.microsoft.com/office/drawing/2014/main" id="{6175D4B3-4286-2114-04B6-C535E959B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269" y="1373188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2" name="Freeform 254">
              <a:extLst>
                <a:ext uri="{FF2B5EF4-FFF2-40B4-BE49-F238E27FC236}">
                  <a16:creationId xmlns:a16="http://schemas.microsoft.com/office/drawing/2014/main" id="{2671F2C3-A1CF-C92F-51BB-87663E581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244" y="1427163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3" name="Freeform 255">
              <a:extLst>
                <a:ext uri="{FF2B5EF4-FFF2-40B4-BE49-F238E27FC236}">
                  <a16:creationId xmlns:a16="http://schemas.microsoft.com/office/drawing/2014/main" id="{A61B61C2-FF9D-14E6-6161-53FC75273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219" y="1481138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4" name="Freeform 256">
              <a:extLst>
                <a:ext uri="{FF2B5EF4-FFF2-40B4-BE49-F238E27FC236}">
                  <a16:creationId xmlns:a16="http://schemas.microsoft.com/office/drawing/2014/main" id="{023806EB-552C-94E3-2965-31BC1F0B5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194" y="1536700"/>
              <a:ext cx="36513" cy="34925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5" name="Freeform 257">
              <a:extLst>
                <a:ext uri="{FF2B5EF4-FFF2-40B4-BE49-F238E27FC236}">
                  <a16:creationId xmlns:a16="http://schemas.microsoft.com/office/drawing/2014/main" id="{F249E0C1-67F9-7E76-CE90-05D3A471F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169" y="159067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6" name="Freeform 258">
              <a:extLst>
                <a:ext uri="{FF2B5EF4-FFF2-40B4-BE49-F238E27FC236}">
                  <a16:creationId xmlns:a16="http://schemas.microsoft.com/office/drawing/2014/main" id="{36FD9416-1D28-D83F-4723-9DBC3A70A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144" y="164465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7" name="Freeform 259">
              <a:extLst>
                <a:ext uri="{FF2B5EF4-FFF2-40B4-BE49-F238E27FC236}">
                  <a16:creationId xmlns:a16="http://schemas.microsoft.com/office/drawing/2014/main" id="{86F1BB40-BC56-12D9-8975-27202536A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119" y="169862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8" name="Freeform 260">
              <a:extLst>
                <a:ext uri="{FF2B5EF4-FFF2-40B4-BE49-F238E27FC236}">
                  <a16:creationId xmlns:a16="http://schemas.microsoft.com/office/drawing/2014/main" id="{21EAF8E6-69E4-8E39-B85B-6590778B6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682" y="1752600"/>
              <a:ext cx="34925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9" name="Freeform 261">
              <a:extLst>
                <a:ext uri="{FF2B5EF4-FFF2-40B4-BE49-F238E27FC236}">
                  <a16:creationId xmlns:a16="http://schemas.microsoft.com/office/drawing/2014/main" id="{2F9554D7-D65A-230B-6B1D-7C83B0613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657" y="1806575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0" name="Freeform 262">
              <a:extLst>
                <a:ext uri="{FF2B5EF4-FFF2-40B4-BE49-F238E27FC236}">
                  <a16:creationId xmlns:a16="http://schemas.microsoft.com/office/drawing/2014/main" id="{4E038F6E-FDAD-CECD-6E17-B5E384A6D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632" y="1860550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1" name="Freeform 263">
              <a:extLst>
                <a:ext uri="{FF2B5EF4-FFF2-40B4-BE49-F238E27FC236}">
                  <a16:creationId xmlns:a16="http://schemas.microsoft.com/office/drawing/2014/main" id="{BFD7E722-DD95-E5C9-9217-4D1E7D68A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607" y="1914525"/>
              <a:ext cx="36513" cy="36513"/>
            </a:xfrm>
            <a:custGeom>
              <a:avLst/>
              <a:gdLst>
                <a:gd name="T0" fmla="*/ 905 w 1101"/>
                <a:gd name="T1" fmla="*/ 906 h 1102"/>
                <a:gd name="T2" fmla="*/ 196 w 1101"/>
                <a:gd name="T3" fmla="*/ 906 h 1102"/>
                <a:gd name="T4" fmla="*/ 196 w 1101"/>
                <a:gd name="T5" fmla="*/ 196 h 1102"/>
                <a:gd name="T6" fmla="*/ 905 w 1101"/>
                <a:gd name="T7" fmla="*/ 196 h 1102"/>
                <a:gd name="T8" fmla="*/ 905 w 1101"/>
                <a:gd name="T9" fmla="*/ 906 h 1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2">
                  <a:moveTo>
                    <a:pt x="905" y="906"/>
                  </a:moveTo>
                  <a:cubicBezTo>
                    <a:pt x="709" y="1102"/>
                    <a:pt x="392" y="1102"/>
                    <a:pt x="196" y="906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2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2" name="Freeform 264">
              <a:extLst>
                <a:ext uri="{FF2B5EF4-FFF2-40B4-BE49-F238E27FC236}">
                  <a16:creationId xmlns:a16="http://schemas.microsoft.com/office/drawing/2014/main" id="{58E9C0D6-7B85-6F24-67A9-40DFE88F2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582" y="1968500"/>
              <a:ext cx="36513" cy="36513"/>
            </a:xfrm>
            <a:custGeom>
              <a:avLst/>
              <a:gdLst>
                <a:gd name="T0" fmla="*/ 905 w 1101"/>
                <a:gd name="T1" fmla="*/ 905 h 1101"/>
                <a:gd name="T2" fmla="*/ 196 w 1101"/>
                <a:gd name="T3" fmla="*/ 905 h 1101"/>
                <a:gd name="T4" fmla="*/ 196 w 1101"/>
                <a:gd name="T5" fmla="*/ 196 h 1101"/>
                <a:gd name="T6" fmla="*/ 905 w 1101"/>
                <a:gd name="T7" fmla="*/ 196 h 1101"/>
                <a:gd name="T8" fmla="*/ 905 w 1101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1" h="1101">
                  <a:moveTo>
                    <a:pt x="905" y="905"/>
                  </a:moveTo>
                  <a:cubicBezTo>
                    <a:pt x="709" y="1101"/>
                    <a:pt x="391" y="1101"/>
                    <a:pt x="196" y="905"/>
                  </a:cubicBezTo>
                  <a:cubicBezTo>
                    <a:pt x="0" y="710"/>
                    <a:pt x="0" y="392"/>
                    <a:pt x="196" y="196"/>
                  </a:cubicBezTo>
                  <a:cubicBezTo>
                    <a:pt x="391" y="0"/>
                    <a:pt x="709" y="0"/>
                    <a:pt x="905" y="196"/>
                  </a:cubicBezTo>
                  <a:cubicBezTo>
                    <a:pt x="1101" y="392"/>
                    <a:pt x="1101" y="710"/>
                    <a:pt x="905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3" name="Freeform 265">
              <a:extLst>
                <a:ext uri="{FF2B5EF4-FFF2-40B4-BE49-F238E27FC236}">
                  <a16:creationId xmlns:a16="http://schemas.microsoft.com/office/drawing/2014/main" id="{B41C9561-F8C2-50B8-4D4C-92E0FDCDD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557" y="2022475"/>
              <a:ext cx="36513" cy="36513"/>
            </a:xfrm>
            <a:custGeom>
              <a:avLst/>
              <a:gdLst>
                <a:gd name="T0" fmla="*/ 906 w 1102"/>
                <a:gd name="T1" fmla="*/ 905 h 1101"/>
                <a:gd name="T2" fmla="*/ 196 w 1102"/>
                <a:gd name="T3" fmla="*/ 905 h 1101"/>
                <a:gd name="T4" fmla="*/ 196 w 1102"/>
                <a:gd name="T5" fmla="*/ 196 h 1101"/>
                <a:gd name="T6" fmla="*/ 906 w 1102"/>
                <a:gd name="T7" fmla="*/ 196 h 1101"/>
                <a:gd name="T8" fmla="*/ 906 w 1102"/>
                <a:gd name="T9" fmla="*/ 905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1101">
                  <a:moveTo>
                    <a:pt x="906" y="905"/>
                  </a:moveTo>
                  <a:cubicBezTo>
                    <a:pt x="710" y="1101"/>
                    <a:pt x="392" y="1101"/>
                    <a:pt x="196" y="905"/>
                  </a:cubicBezTo>
                  <a:cubicBezTo>
                    <a:pt x="0" y="709"/>
                    <a:pt x="0" y="392"/>
                    <a:pt x="196" y="196"/>
                  </a:cubicBezTo>
                  <a:cubicBezTo>
                    <a:pt x="392" y="0"/>
                    <a:pt x="710" y="0"/>
                    <a:pt x="906" y="196"/>
                  </a:cubicBezTo>
                  <a:cubicBezTo>
                    <a:pt x="1102" y="392"/>
                    <a:pt x="1102" y="709"/>
                    <a:pt x="906" y="90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66" name="Freeform 881">
            <a:extLst>
              <a:ext uri="{FF2B5EF4-FFF2-40B4-BE49-F238E27FC236}">
                <a16:creationId xmlns:a16="http://schemas.microsoft.com/office/drawing/2014/main" id="{075C12CE-4D0F-6D5F-998B-910F623A00AD}"/>
              </a:ext>
            </a:extLst>
          </p:cNvPr>
          <p:cNvSpPr>
            <a:spLocks/>
          </p:cNvSpPr>
          <p:nvPr userDrawn="1"/>
        </p:nvSpPr>
        <p:spPr bwMode="auto">
          <a:xfrm>
            <a:off x="8403036" y="4402536"/>
            <a:ext cx="740964" cy="740964"/>
          </a:xfrm>
          <a:custGeom>
            <a:avLst/>
            <a:gdLst>
              <a:gd name="T0" fmla="*/ 16944 w 16944"/>
              <a:gd name="T1" fmla="*/ 0 h 16944"/>
              <a:gd name="T2" fmla="*/ 16944 w 16944"/>
              <a:gd name="T3" fmla="*/ 16944 h 16944"/>
              <a:gd name="T4" fmla="*/ 0 w 16944"/>
              <a:gd name="T5" fmla="*/ 16944 h 16944"/>
              <a:gd name="T6" fmla="*/ 0 w 16944"/>
              <a:gd name="T7" fmla="*/ 12436 h 16944"/>
              <a:gd name="T8" fmla="*/ 12435 w 16944"/>
              <a:gd name="T9" fmla="*/ 0 h 16944"/>
              <a:gd name="T10" fmla="*/ 16944 w 16944"/>
              <a:gd name="T11" fmla="*/ 0 h 16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944" h="16944">
                <a:moveTo>
                  <a:pt x="16944" y="0"/>
                </a:moveTo>
                <a:lnTo>
                  <a:pt x="16944" y="16944"/>
                </a:lnTo>
                <a:lnTo>
                  <a:pt x="0" y="16944"/>
                </a:lnTo>
                <a:lnTo>
                  <a:pt x="0" y="12436"/>
                </a:lnTo>
                <a:cubicBezTo>
                  <a:pt x="0" y="5568"/>
                  <a:pt x="5567" y="0"/>
                  <a:pt x="12435" y="0"/>
                </a:cubicBezTo>
                <a:lnTo>
                  <a:pt x="1694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67" name="Freeform 352">
            <a:extLst>
              <a:ext uri="{FF2B5EF4-FFF2-40B4-BE49-F238E27FC236}">
                <a16:creationId xmlns:a16="http://schemas.microsoft.com/office/drawing/2014/main" id="{7FDB592B-FFD7-C968-8799-C1D2B9FCC36E}"/>
              </a:ext>
            </a:extLst>
          </p:cNvPr>
          <p:cNvSpPr>
            <a:spLocks/>
          </p:cNvSpPr>
          <p:nvPr userDrawn="1"/>
        </p:nvSpPr>
        <p:spPr bwMode="auto">
          <a:xfrm>
            <a:off x="-1093603" y="3011591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723900" y="552450"/>
            <a:ext cx="7696200" cy="71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723900" y="1369219"/>
            <a:ext cx="7696200" cy="3221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72390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19621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59" r:id="rId3"/>
    <p:sldLayoutId id="214748366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chemeClr val="tx1"/>
          </a:solidFill>
          <a:latin typeface="Poppins ExtraBold" panose="00000900000000000000" pitchFamily="2" charset="0"/>
          <a:ea typeface="Poppins ExtraBold" panose="00000900000000000000" pitchFamily="2" charset="0"/>
          <a:cs typeface="Poppins ExtraBold" panose="000009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8">
          <p15:clr>
            <a:srgbClr val="F26B43"/>
          </p15:clr>
        </p15:guide>
        <p15:guide id="2" orient="horz" pos="2892">
          <p15:clr>
            <a:srgbClr val="F26B43"/>
          </p15:clr>
        </p15:guide>
        <p15:guide id="3" pos="456">
          <p15:clr>
            <a:srgbClr val="F26B43"/>
          </p15:clr>
        </p15:guide>
        <p15:guide id="4" pos="5304">
          <p15:clr>
            <a:srgbClr val="F26B43"/>
          </p15:clr>
        </p15:guide>
        <p15:guide id="5" pos="2880">
          <p15:clr>
            <a:srgbClr val="F26B43"/>
          </p15:clr>
        </p15:guide>
        <p15:guide id="6" orient="horz" pos="16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4" name="Group 1103">
            <a:extLst>
              <a:ext uri="{FF2B5EF4-FFF2-40B4-BE49-F238E27FC236}">
                <a16:creationId xmlns:a16="http://schemas.microsoft.com/office/drawing/2014/main" id="{4A988A65-2E46-B550-F28A-B96596A88AEE}"/>
              </a:ext>
            </a:extLst>
          </p:cNvPr>
          <p:cNvGrpSpPr/>
          <p:nvPr/>
        </p:nvGrpSpPr>
        <p:grpSpPr>
          <a:xfrm>
            <a:off x="-8453" y="1597415"/>
            <a:ext cx="2187206" cy="3559442"/>
            <a:chOff x="3700202" y="2700338"/>
            <a:chExt cx="1654175" cy="2109788"/>
          </a:xfrm>
        </p:grpSpPr>
        <p:sp>
          <p:nvSpPr>
            <p:cNvPr id="1105" name="Freeform 880">
              <a:extLst>
                <a:ext uri="{FF2B5EF4-FFF2-40B4-BE49-F238E27FC236}">
                  <a16:creationId xmlns:a16="http://schemas.microsoft.com/office/drawing/2014/main" id="{F4954309-A5D7-314F-52B2-034B54A79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202" y="2700338"/>
              <a:ext cx="1654175" cy="2109788"/>
            </a:xfrm>
            <a:custGeom>
              <a:avLst/>
              <a:gdLst>
                <a:gd name="T0" fmla="*/ 50004 w 50004"/>
                <a:gd name="T1" fmla="*/ 50004 h 63780"/>
                <a:gd name="T2" fmla="*/ 0 w 50004"/>
                <a:gd name="T3" fmla="*/ 0 h 63780"/>
                <a:gd name="T4" fmla="*/ 79 w 50004"/>
                <a:gd name="T5" fmla="*/ 29993 h 63780"/>
                <a:gd name="T6" fmla="*/ 33867 w 50004"/>
                <a:gd name="T7" fmla="*/ 63780 h 63780"/>
                <a:gd name="T8" fmla="*/ 50001 w 50004"/>
                <a:gd name="T9" fmla="*/ 63703 h 63780"/>
                <a:gd name="T10" fmla="*/ 50004 w 50004"/>
                <a:gd name="T11" fmla="*/ 50004 h 63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004" h="6378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6" name="Freeform 882">
              <a:extLst>
                <a:ext uri="{FF2B5EF4-FFF2-40B4-BE49-F238E27FC236}">
                  <a16:creationId xmlns:a16="http://schemas.microsoft.com/office/drawing/2014/main" id="{7DB28536-63A3-E3E8-4642-1BA5E80AD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377" y="3690938"/>
              <a:ext cx="1117600" cy="1117600"/>
            </a:xfrm>
            <a:custGeom>
              <a:avLst/>
              <a:gdLst>
                <a:gd name="T0" fmla="*/ 0 w 33788"/>
                <a:gd name="T1" fmla="*/ 0 h 33787"/>
                <a:gd name="T2" fmla="*/ 33788 w 33788"/>
                <a:gd name="T3" fmla="*/ 33787 h 33787"/>
                <a:gd name="T4" fmla="*/ 36 w 33788"/>
                <a:gd name="T5" fmla="*/ 33751 h 33787"/>
                <a:gd name="T6" fmla="*/ 0 w 33788"/>
                <a:gd name="T7" fmla="*/ 0 h 33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788" h="33787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7" name="Freeform 883">
              <a:extLst>
                <a:ext uri="{FF2B5EF4-FFF2-40B4-BE49-F238E27FC236}">
                  <a16:creationId xmlns:a16="http://schemas.microsoft.com/office/drawing/2014/main" id="{CFD8116B-5277-543A-8C47-14BFB030A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390" y="3656013"/>
              <a:ext cx="935038" cy="652463"/>
            </a:xfrm>
            <a:custGeom>
              <a:avLst/>
              <a:gdLst>
                <a:gd name="T0" fmla="*/ 0 w 28281"/>
                <a:gd name="T1" fmla="*/ 5276 h 19728"/>
                <a:gd name="T2" fmla="*/ 0 w 28281"/>
                <a:gd name="T3" fmla="*/ 5276 h 19728"/>
                <a:gd name="T4" fmla="*/ 19104 w 28281"/>
                <a:gd name="T5" fmla="*/ 5276 h 19728"/>
                <a:gd name="T6" fmla="*/ 28281 w 28281"/>
                <a:gd name="T7" fmla="*/ 14453 h 19728"/>
                <a:gd name="T8" fmla="*/ 28281 w 28281"/>
                <a:gd name="T9" fmla="*/ 14453 h 19728"/>
                <a:gd name="T10" fmla="*/ 9177 w 28281"/>
                <a:gd name="T11" fmla="*/ 14453 h 19728"/>
                <a:gd name="T12" fmla="*/ 0 w 28281"/>
                <a:gd name="T13" fmla="*/ 5276 h 19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8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8" name="Freeform 884">
              <a:extLst>
                <a:ext uri="{FF2B5EF4-FFF2-40B4-BE49-F238E27FC236}">
                  <a16:creationId xmlns:a16="http://schemas.microsoft.com/office/drawing/2014/main" id="{0D1E18A9-F22F-A830-C7D2-11C32912C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240" y="3967163"/>
              <a:ext cx="935038" cy="652463"/>
            </a:xfrm>
            <a:custGeom>
              <a:avLst/>
              <a:gdLst>
                <a:gd name="T0" fmla="*/ 0 w 28281"/>
                <a:gd name="T1" fmla="*/ 5275 h 19727"/>
                <a:gd name="T2" fmla="*/ 0 w 28281"/>
                <a:gd name="T3" fmla="*/ 5275 h 19727"/>
                <a:gd name="T4" fmla="*/ 19104 w 28281"/>
                <a:gd name="T5" fmla="*/ 5275 h 19727"/>
                <a:gd name="T6" fmla="*/ 28281 w 28281"/>
                <a:gd name="T7" fmla="*/ 14452 h 19727"/>
                <a:gd name="T8" fmla="*/ 28281 w 28281"/>
                <a:gd name="T9" fmla="*/ 14452 h 19727"/>
                <a:gd name="T10" fmla="*/ 9177 w 28281"/>
                <a:gd name="T11" fmla="*/ 14452 h 19727"/>
                <a:gd name="T12" fmla="*/ 0 w 28281"/>
                <a:gd name="T13" fmla="*/ 5275 h 19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7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9" name="Freeform 885">
              <a:extLst>
                <a:ext uri="{FF2B5EF4-FFF2-40B4-BE49-F238E27FC236}">
                  <a16:creationId xmlns:a16="http://schemas.microsoft.com/office/drawing/2014/main" id="{BA1B5432-1E1D-A92E-1F8F-505050640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827" y="3976688"/>
              <a:ext cx="401638" cy="401638"/>
            </a:xfrm>
            <a:custGeom>
              <a:avLst/>
              <a:gdLst>
                <a:gd name="T0" fmla="*/ 2647 w 12133"/>
                <a:gd name="T1" fmla="*/ 9486 h 12133"/>
                <a:gd name="T2" fmla="*/ 12133 w 12133"/>
                <a:gd name="T3" fmla="*/ 9597 h 12133"/>
                <a:gd name="T4" fmla="*/ 2536 w 12133"/>
                <a:gd name="T5" fmla="*/ 0 h 12133"/>
                <a:gd name="T6" fmla="*/ 2647 w 12133"/>
                <a:gd name="T7" fmla="*/ 9486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10" name="Freeform 886">
              <a:extLst>
                <a:ext uri="{FF2B5EF4-FFF2-40B4-BE49-F238E27FC236}">
                  <a16:creationId xmlns:a16="http://schemas.microsoft.com/office/drawing/2014/main" id="{DD44F8FC-B3DB-C153-2C7E-271A1570A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377" y="3895725"/>
              <a:ext cx="401638" cy="401638"/>
            </a:xfrm>
            <a:custGeom>
              <a:avLst/>
              <a:gdLst>
                <a:gd name="T0" fmla="*/ 9486 w 12133"/>
                <a:gd name="T1" fmla="*/ 2647 h 12133"/>
                <a:gd name="T2" fmla="*/ 0 w 12133"/>
                <a:gd name="T3" fmla="*/ 2536 h 12133"/>
                <a:gd name="T4" fmla="*/ 9597 w 12133"/>
                <a:gd name="T5" fmla="*/ 12133 h 12133"/>
                <a:gd name="T6" fmla="*/ 9486 w 12133"/>
                <a:gd name="T7" fmla="*/ 2647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77" name="Google Shape;77;p1"/>
          <p:cNvSpPr txBox="1">
            <a:spLocks noGrp="1"/>
          </p:cNvSpPr>
          <p:nvPr>
            <p:ph type="ctrTitle"/>
          </p:nvPr>
        </p:nvSpPr>
        <p:spPr>
          <a:xfrm>
            <a:off x="463833" y="1691873"/>
            <a:ext cx="8216075" cy="1016649"/>
          </a:xfrm>
        </p:spPr>
        <p:txBody>
          <a:bodyPr/>
          <a:lstStyle/>
          <a:p>
            <a:pPr lvl="0"/>
            <a:r>
              <a:rPr lang="ru-RU" sz="1600" b="0" dirty="0">
                <a:latin typeface="+mj-lt"/>
              </a:rPr>
              <a:t>ОТЧЁТ</a:t>
            </a:r>
            <a:br>
              <a:rPr lang="ru-RU" sz="1600" b="0" dirty="0">
                <a:latin typeface="+mj-lt"/>
              </a:rPr>
            </a:br>
            <a:r>
              <a:rPr lang="ru-RU" sz="1600" b="0" dirty="0">
                <a:latin typeface="+mj-lt"/>
              </a:rPr>
              <a:t>ПО ПРАКТИЧЕСКОЙ ПОДГОТОВКЕ В ВИДЕ УЧЕБНОЙ ПРАКТИКИ</a:t>
            </a:r>
            <a:br>
              <a:rPr lang="en-US" sz="1600" b="0" dirty="0">
                <a:latin typeface="+mj-lt"/>
              </a:rPr>
            </a:br>
            <a:r>
              <a:rPr lang="ru-RU" sz="1600" b="0" dirty="0">
                <a:latin typeface="+mj-lt"/>
              </a:rPr>
              <a:t>ПРОФЕССИОНАЛЬНОГО МОДУЛЯ </a:t>
            </a:r>
            <a:br>
              <a:rPr lang="ru-RU" sz="1600" b="0" dirty="0">
                <a:latin typeface="+mj-lt"/>
              </a:rPr>
            </a:br>
            <a:r>
              <a:rPr lang="ru-RU" sz="1600" b="0" dirty="0">
                <a:latin typeface="+mj-lt"/>
              </a:rPr>
              <a:t>(ПМ.02) Осуществление интеграции программных модулей</a:t>
            </a:r>
            <a:endParaRPr lang="en-US" sz="1600" b="0" dirty="0"/>
          </a:p>
        </p:txBody>
      </p:sp>
      <p:sp>
        <p:nvSpPr>
          <p:cNvPr id="78" name="Google Shape;78;p1"/>
          <p:cNvSpPr txBox="1">
            <a:spLocks noGrp="1"/>
          </p:cNvSpPr>
          <p:nvPr>
            <p:ph type="subTitle" idx="1"/>
          </p:nvPr>
        </p:nvSpPr>
        <p:spPr>
          <a:xfrm>
            <a:off x="874868" y="10779"/>
            <a:ext cx="6858000" cy="351388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latin typeface="Arial" pitchFamily="34" charset="0"/>
                <a:cs typeface="Arial" pitchFamily="34" charset="0"/>
              </a:rPr>
              <a:t>Министерство образования Иркутской области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latin typeface="Arial" pitchFamily="34" charset="0"/>
                <a:cs typeface="Arial" pitchFamily="34" charset="0"/>
              </a:rPr>
              <a:t>Государственное бюджетное профессиональное образовательное учреждение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latin typeface="Arial" pitchFamily="34" charset="0"/>
                <a:cs typeface="Arial" pitchFamily="34" charset="0"/>
              </a:rPr>
              <a:t>Иркутской области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latin typeface="Arial" pitchFamily="34" charset="0"/>
                <a:cs typeface="Arial" pitchFamily="34" charset="0"/>
              </a:rPr>
              <a:t>«Ангарский промышленно-экономический техникум»</a:t>
            </a:r>
          </a:p>
        </p:txBody>
      </p:sp>
      <p:grpSp>
        <p:nvGrpSpPr>
          <p:cNvPr id="836" name="Group 835">
            <a:extLst>
              <a:ext uri="{FF2B5EF4-FFF2-40B4-BE49-F238E27FC236}">
                <a16:creationId xmlns:a16="http://schemas.microsoft.com/office/drawing/2014/main" id="{31AC16FC-AEF4-7332-4245-2AD669A3C5D4}"/>
              </a:ext>
            </a:extLst>
          </p:cNvPr>
          <p:cNvGrpSpPr/>
          <p:nvPr/>
        </p:nvGrpSpPr>
        <p:grpSpPr>
          <a:xfrm>
            <a:off x="7299731" y="-188874"/>
            <a:ext cx="2300556" cy="2575530"/>
            <a:chOff x="3238240" y="323850"/>
            <a:chExt cx="1739901" cy="1947863"/>
          </a:xfrm>
        </p:grpSpPr>
        <p:sp>
          <p:nvSpPr>
            <p:cNvPr id="837" name="Freeform 352">
              <a:extLst>
                <a:ext uri="{FF2B5EF4-FFF2-40B4-BE49-F238E27FC236}">
                  <a16:creationId xmlns:a16="http://schemas.microsoft.com/office/drawing/2014/main" id="{4031C319-4D43-65E7-D8A3-763518BDF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240" y="323850"/>
              <a:ext cx="1654175" cy="1947863"/>
            </a:xfrm>
            <a:custGeom>
              <a:avLst/>
              <a:gdLst>
                <a:gd name="T0" fmla="*/ 50016 w 50016"/>
                <a:gd name="T1" fmla="*/ 49881 h 58876"/>
                <a:gd name="T2" fmla="*/ 135 w 50016"/>
                <a:gd name="T3" fmla="*/ 0 h 58876"/>
                <a:gd name="T4" fmla="*/ 0 w 50016"/>
                <a:gd name="T5" fmla="*/ 29959 h 58876"/>
                <a:gd name="T6" fmla="*/ 26668 w 50016"/>
                <a:gd name="T7" fmla="*/ 56627 h 58876"/>
                <a:gd name="T8" fmla="*/ 32096 w 50016"/>
                <a:gd name="T9" fmla="*/ 58876 h 58876"/>
                <a:gd name="T10" fmla="*/ 49927 w 50016"/>
                <a:gd name="T11" fmla="*/ 58876 h 58876"/>
                <a:gd name="T12" fmla="*/ 50016 w 50016"/>
                <a:gd name="T13" fmla="*/ 49881 h 58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016" h="5887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8" name="Freeform 353">
              <a:extLst>
                <a:ext uri="{FF2B5EF4-FFF2-40B4-BE49-F238E27FC236}">
                  <a16:creationId xmlns:a16="http://schemas.microsoft.com/office/drawing/2014/main" id="{7B18F7C8-35B0-1E49-78B2-44873FFA0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753" y="947738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9" name="Freeform 354">
              <a:extLst>
                <a:ext uri="{FF2B5EF4-FFF2-40B4-BE49-F238E27FC236}">
                  <a16:creationId xmlns:a16="http://schemas.microsoft.com/office/drawing/2014/main" id="{F229DF5C-6D03-645C-D7B5-C5BC18DCC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015" y="1260475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0" name="Freeform 355">
              <a:extLst>
                <a:ext uri="{FF2B5EF4-FFF2-40B4-BE49-F238E27FC236}">
                  <a16:creationId xmlns:a16="http://schemas.microsoft.com/office/drawing/2014/main" id="{236F2C65-6F09-5015-1950-297B8231F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778" y="1271588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1" name="Freeform 356">
              <a:extLst>
                <a:ext uri="{FF2B5EF4-FFF2-40B4-BE49-F238E27FC236}">
                  <a16:creationId xmlns:a16="http://schemas.microsoft.com/office/drawing/2014/main" id="{D5E04068-30CE-603B-B5E1-EAC88BC61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2328" y="1189038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111" name="Freeform 352">
            <a:extLst>
              <a:ext uri="{FF2B5EF4-FFF2-40B4-BE49-F238E27FC236}">
                <a16:creationId xmlns:a16="http://schemas.microsoft.com/office/drawing/2014/main" id="{6A9237F8-3C83-B10A-D1CB-548385BDCF4B}"/>
              </a:ext>
            </a:extLst>
          </p:cNvPr>
          <p:cNvSpPr>
            <a:spLocks/>
          </p:cNvSpPr>
          <p:nvPr/>
        </p:nvSpPr>
        <p:spPr bwMode="auto">
          <a:xfrm>
            <a:off x="7505439" y="-2014745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223BD8-C5FD-44AE-ADEA-E180830D5F2B}"/>
              </a:ext>
            </a:extLst>
          </p:cNvPr>
          <p:cNvSpPr txBox="1"/>
          <p:nvPr/>
        </p:nvSpPr>
        <p:spPr>
          <a:xfrm>
            <a:off x="2178753" y="3947805"/>
            <a:ext cx="50738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/>
            <a:r>
              <a:rPr lang="ru-RU" sz="1400" dirty="0">
                <a:latin typeface="+mj-lt"/>
              </a:rPr>
              <a:t>Специальность:</a:t>
            </a:r>
            <a:r>
              <a:rPr lang="en-US" sz="1400" dirty="0">
                <a:latin typeface="+mj-lt"/>
              </a:rPr>
              <a:t> </a:t>
            </a:r>
            <a:r>
              <a:rPr lang="ru-RU" sz="1400" dirty="0">
                <a:latin typeface="+mj-lt"/>
              </a:rPr>
              <a:t>09.02.07 Информационные системы и программирование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Выполнил студент группы ИСПП-6:</a:t>
            </a:r>
            <a:r>
              <a:rPr lang="en-US" sz="1400" dirty="0">
                <a:latin typeface="+mj-lt"/>
              </a:rPr>
              <a:t> </a:t>
            </a:r>
            <a:r>
              <a:rPr lang="ru-RU" sz="1400" dirty="0">
                <a:latin typeface="+mj-lt"/>
              </a:rPr>
              <a:t>Андреев Матвей Максимович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Руководитель: Туркина Надежда Михайловна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D7EE87BA-1676-4E29-9AC6-E3A4DEF1AB5D}"/>
              </a:ext>
            </a:extLst>
          </p:cNvPr>
          <p:cNvSpPr txBox="1">
            <a:spLocks/>
          </p:cNvSpPr>
          <p:nvPr/>
        </p:nvSpPr>
        <p:spPr>
          <a:xfrm>
            <a:off x="723900" y="552449"/>
            <a:ext cx="7696200" cy="63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Bebas Neue"/>
              <a:buNone/>
              <a:defRPr sz="6600" b="1" i="0" u="none" strike="noStrike" cap="none">
                <a:solidFill>
                  <a:schemeClr val="tx1"/>
                </a:solidFill>
                <a:latin typeface="Poppins ExtraBold" panose="00000900000000000000" pitchFamily="2" charset="0"/>
                <a:ea typeface="Bebas Neue"/>
                <a:cs typeface="Poppins ExtraBold" panose="00000900000000000000" pitchFamily="2" charset="0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ru-RU" sz="3500" b="0" dirty="0">
                <a:solidFill>
                  <a:schemeClr val="dk1"/>
                </a:solidFill>
                <a:latin typeface="+mj-lt"/>
              </a:rPr>
              <a:t>Цель и задачи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FFBA4A-FD9D-4D87-90BC-581AF8F2EA26}"/>
              </a:ext>
            </a:extLst>
          </p:cNvPr>
          <p:cNvSpPr txBox="1"/>
          <p:nvPr/>
        </p:nvSpPr>
        <p:spPr>
          <a:xfrm>
            <a:off x="831898" y="1191837"/>
            <a:ext cx="693018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Цель: закрепление и углубление теоретических знаний, полученных в процессе обучения, путем разработки веб-портала для парка развлечений «Карусель».</a:t>
            </a:r>
          </a:p>
          <a:p>
            <a:r>
              <a:rPr lang="ru-RU" dirty="0"/>
              <a:t>Задачи: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проведение анализа предметной области и формулирование требований к будущему программному продукту;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проектирование архитектуры и логики взаимодействия компонентов системы с помощью визуальных средств моделирования;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реализация серверной части приложения, пользовательского интерфейса и механизмов интеграции с базой данных;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выполнение отладки и тестирования разработанного программного обеспечения для проверки его работоспособности и соответствия заявленным требованиям;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применение методов математического и имитационного моделирования для решения прикладных оптимизационных задач.</a:t>
            </a:r>
          </a:p>
        </p:txBody>
      </p:sp>
    </p:spTree>
    <p:extLst>
      <p:ext uri="{BB962C8B-B14F-4D97-AF65-F5344CB8AC3E}">
        <p14:creationId xmlns:p14="http://schemas.microsoft.com/office/powerpoint/2010/main" val="1577771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1593F70-34B6-40E2-BCAF-7C9FFEDF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j-lt"/>
              </a:rPr>
              <a:t>Анализ предметной области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80A1C0-8F06-4780-9854-4736F327F78A}"/>
              </a:ext>
            </a:extLst>
          </p:cNvPr>
          <p:cNvSpPr txBox="1"/>
          <p:nvPr/>
        </p:nvSpPr>
        <p:spPr>
          <a:xfrm>
            <a:off x="544830" y="1307010"/>
            <a:ext cx="8054340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dirty="0"/>
              <a:t>Предметной областью данного проекта является сфера развлекательных услуг, а именно сегмент парков развлечений и аттракционов для семейного отдыха на примере парка «Карусель».</a:t>
            </a:r>
          </a:p>
          <a:p>
            <a:pPr indent="450215" algn="just">
              <a:lnSpc>
                <a:spcPct val="150000"/>
              </a:lnSpc>
            </a:pPr>
            <a:r>
              <a:rPr lang="ru-RU" dirty="0"/>
              <a:t>Основная задача парка - предоставление платных развлекательных услуг для разных возрастных групп. Ключевая проблема предметной области заключается в разрозненности информации: посетители вынуждены искать цены, описание аттракционов и возрастные ограничения по разным источникам, что снижает конверсию в покупку билетов и создает очереди в кассах. Традиционные каналы информирования (соцсети, наружная реклама) не дают полной картины об актуальной доступности аттракционов и не позволяют быстро приобрести билет.</a:t>
            </a:r>
          </a:p>
        </p:txBody>
      </p:sp>
    </p:spTree>
    <p:extLst>
      <p:ext uri="{BB962C8B-B14F-4D97-AF65-F5344CB8AC3E}">
        <p14:creationId xmlns:p14="http://schemas.microsoft.com/office/powerpoint/2010/main" val="15436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1593F70-34B6-40E2-BCAF-7C9FFEDF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j-lt"/>
              </a:rPr>
              <a:t>Проектирование ИС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0FF8F4-04D6-4FEC-A2FE-7AEB55AC00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23900" y="1661160"/>
            <a:ext cx="2895602" cy="233934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3461B1-E2D4-47CD-BC8B-7F89AA90896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708" y="1190624"/>
            <a:ext cx="3242926" cy="27622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A8B1D4-194B-42EC-AEF0-06F35B09F52B}"/>
              </a:ext>
            </a:extLst>
          </p:cNvPr>
          <p:cNvSpPr txBox="1"/>
          <p:nvPr/>
        </p:nvSpPr>
        <p:spPr>
          <a:xfrm>
            <a:off x="834636" y="4061460"/>
            <a:ext cx="26741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Диаграмма вариантов использования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09E58-5951-472E-9D7F-0D3588DA31ED}"/>
              </a:ext>
            </a:extLst>
          </p:cNvPr>
          <p:cNvSpPr txBox="1"/>
          <p:nvPr/>
        </p:nvSpPr>
        <p:spPr>
          <a:xfrm>
            <a:off x="5543786" y="4061460"/>
            <a:ext cx="19848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/>
              <a:t>Логическая модель данных</a:t>
            </a:r>
          </a:p>
        </p:txBody>
      </p:sp>
    </p:spTree>
    <p:extLst>
      <p:ext uri="{BB962C8B-B14F-4D97-AF65-F5344CB8AC3E}">
        <p14:creationId xmlns:p14="http://schemas.microsoft.com/office/powerpoint/2010/main" val="495358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1593F70-34B6-40E2-BCAF-7C9FFEDF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j-lt"/>
              </a:rPr>
              <a:t>Стек технологий</a:t>
            </a:r>
          </a:p>
        </p:txBody>
      </p:sp>
      <p:pic>
        <p:nvPicPr>
          <p:cNvPr id="1026" name="Picture 2" descr="The Importance of MySQL Database: Advantages, Disadvantages, and Influence  in AI and Data">
            <a:extLst>
              <a:ext uri="{FF2B5EF4-FFF2-40B4-BE49-F238E27FC236}">
                <a16:creationId xmlns:a16="http://schemas.microsoft.com/office/drawing/2014/main" id="{6D4F97C0-90CE-4F40-B43B-11FE85B96F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06" r="22887"/>
          <a:stretch/>
        </p:blipFill>
        <p:spPr bwMode="auto">
          <a:xfrm>
            <a:off x="723900" y="1600200"/>
            <a:ext cx="1653540" cy="162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de.js Explained - A beginner guide">
            <a:extLst>
              <a:ext uri="{FF2B5EF4-FFF2-40B4-BE49-F238E27FC236}">
                <a16:creationId xmlns:a16="http://schemas.microsoft.com/office/drawing/2014/main" id="{34C18344-19EC-4195-B603-BF161376C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170" y="2080260"/>
            <a:ext cx="1771650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ML - Wikipedia">
            <a:extLst>
              <a:ext uri="{FF2B5EF4-FFF2-40B4-BE49-F238E27FC236}">
                <a16:creationId xmlns:a16="http://schemas.microsoft.com/office/drawing/2014/main" id="{BD6147E1-933F-47A9-8701-F2107888B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050" y="1463040"/>
            <a:ext cx="1897380" cy="189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3EBC265-BFAC-486C-8483-E34E30859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863090"/>
            <a:ext cx="1356880" cy="1916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41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1593F70-34B6-40E2-BCAF-7C9FFEDF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j-lt"/>
              </a:rPr>
              <a:t>Окончательный продукт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023F5F-7D1C-42AA-A20A-32B58FD3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25" y="1252797"/>
            <a:ext cx="3195963" cy="224478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131DB6-31F0-416F-A760-CE93DB4EE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868" y="1859280"/>
            <a:ext cx="1943812" cy="249136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0AB308-D440-4AC9-B4BF-8B663666F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40" y="1369436"/>
            <a:ext cx="1976455" cy="148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706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1593F70-34B6-40E2-BCAF-7C9FFEDF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j-lt"/>
              </a:rPr>
              <a:t>Окончательный продукт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8BF44F-5F39-46BD-A52D-098404E98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398108"/>
            <a:ext cx="3346713" cy="23472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5DF140-6292-4D52-AA5C-6CCEA82DF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621" y="1676400"/>
            <a:ext cx="3203274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704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1593F70-34B6-40E2-BCAF-7C9FFEDF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+mj-lt"/>
              </a:rPr>
              <a:t>МОДЕЛИРОВАНИЕ В ПРОГРАММНЫХ СИСТЕМАХ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A777CC-2F45-45A1-9F74-F3AC734AFF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3109" y="1653001"/>
            <a:ext cx="2214125" cy="210365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388A6F-E617-4B11-8BD6-AF7618A84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967" y="2210487"/>
            <a:ext cx="2640329" cy="223197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E3E56D5-772D-414A-95E5-2BBB61CB5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029" y="1588843"/>
            <a:ext cx="2345739" cy="223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80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1593F70-34B6-40E2-BCAF-7C9FFEDF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latin typeface="+mj-lt"/>
              </a:rPr>
              <a:t>МОДЕЛИРОВАНИЕ В ПРОГРАММНЫХ СИСТЕМАХ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435292F-90E3-4179-8936-EA077A48D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33" y="1678084"/>
            <a:ext cx="2538768" cy="15718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D84ABD4-87F4-45F8-BE36-7316B76CCD5E}"/>
              </a:ext>
            </a:extLst>
          </p:cNvPr>
          <p:cNvPicPr/>
          <p:nvPr/>
        </p:nvPicPr>
        <p:blipFill>
          <a:blip r:embed="rId3"/>
          <a:srcRect/>
          <a:stretch/>
        </p:blipFill>
        <p:spPr>
          <a:xfrm>
            <a:off x="3011806" y="2571750"/>
            <a:ext cx="2191571" cy="217001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3421B1-0D52-4402-932D-E1850BA42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883" y="1349425"/>
            <a:ext cx="3467584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461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A027306-67B6-42EC-B3A7-C0914EA49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552449"/>
            <a:ext cx="7696200" cy="639388"/>
          </a:xfrm>
        </p:spPr>
        <p:txBody>
          <a:bodyPr>
            <a:normAutofit/>
          </a:bodyPr>
          <a:lstStyle/>
          <a:p>
            <a:r>
              <a:rPr lang="ru-RU" sz="3400" b="0" dirty="0">
                <a:latin typeface="+mj-lt"/>
              </a:rPr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448CD-F37D-49EF-9CC7-DD66DC73C485}"/>
              </a:ext>
            </a:extLst>
          </p:cNvPr>
          <p:cNvSpPr txBox="1"/>
          <p:nvPr/>
        </p:nvSpPr>
        <p:spPr>
          <a:xfrm>
            <a:off x="723900" y="1795432"/>
            <a:ext cx="70676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ходе практической подготовки в виде учебной практики была достигнута поставленная цель: разработан веб-портал для парка развлечений «Карусель» с использованием современного стека технологий (Node.js, Express, MySQL), что позволило закрепить теоретические знания и сформировать практические навыки в области проектирования и разработки информационных систем.</a:t>
            </a:r>
          </a:p>
          <a:p>
            <a:r>
              <a:rPr lang="ru-RU" dirty="0"/>
              <a:t>В процессе выполнения работы были решены все запланированные задачи.</a:t>
            </a:r>
          </a:p>
        </p:txBody>
      </p:sp>
    </p:spTree>
    <p:extLst>
      <p:ext uri="{BB962C8B-B14F-4D97-AF65-F5344CB8AC3E}">
        <p14:creationId xmlns:p14="http://schemas.microsoft.com/office/powerpoint/2010/main" val="2077513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4" name="Group 1103">
            <a:extLst>
              <a:ext uri="{FF2B5EF4-FFF2-40B4-BE49-F238E27FC236}">
                <a16:creationId xmlns:a16="http://schemas.microsoft.com/office/drawing/2014/main" id="{4A988A65-2E46-B550-F28A-B96596A88AEE}"/>
              </a:ext>
            </a:extLst>
          </p:cNvPr>
          <p:cNvGrpSpPr/>
          <p:nvPr/>
        </p:nvGrpSpPr>
        <p:grpSpPr>
          <a:xfrm>
            <a:off x="-8453" y="1597415"/>
            <a:ext cx="2187206" cy="3559442"/>
            <a:chOff x="3700202" y="2700338"/>
            <a:chExt cx="1654175" cy="2109788"/>
          </a:xfrm>
        </p:grpSpPr>
        <p:sp>
          <p:nvSpPr>
            <p:cNvPr id="1105" name="Freeform 880">
              <a:extLst>
                <a:ext uri="{FF2B5EF4-FFF2-40B4-BE49-F238E27FC236}">
                  <a16:creationId xmlns:a16="http://schemas.microsoft.com/office/drawing/2014/main" id="{F4954309-A5D7-314F-52B2-034B54A79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202" y="2700338"/>
              <a:ext cx="1654175" cy="2109788"/>
            </a:xfrm>
            <a:custGeom>
              <a:avLst/>
              <a:gdLst>
                <a:gd name="T0" fmla="*/ 50004 w 50004"/>
                <a:gd name="T1" fmla="*/ 50004 h 63780"/>
                <a:gd name="T2" fmla="*/ 0 w 50004"/>
                <a:gd name="T3" fmla="*/ 0 h 63780"/>
                <a:gd name="T4" fmla="*/ 79 w 50004"/>
                <a:gd name="T5" fmla="*/ 29993 h 63780"/>
                <a:gd name="T6" fmla="*/ 33867 w 50004"/>
                <a:gd name="T7" fmla="*/ 63780 h 63780"/>
                <a:gd name="T8" fmla="*/ 50001 w 50004"/>
                <a:gd name="T9" fmla="*/ 63703 h 63780"/>
                <a:gd name="T10" fmla="*/ 50004 w 50004"/>
                <a:gd name="T11" fmla="*/ 50004 h 63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004" h="63780">
                  <a:moveTo>
                    <a:pt x="50004" y="50004"/>
                  </a:moveTo>
                  <a:lnTo>
                    <a:pt x="0" y="0"/>
                  </a:lnTo>
                  <a:lnTo>
                    <a:pt x="79" y="29993"/>
                  </a:lnTo>
                  <a:lnTo>
                    <a:pt x="33867" y="63780"/>
                  </a:lnTo>
                  <a:lnTo>
                    <a:pt x="50001" y="63703"/>
                  </a:lnTo>
                  <a:lnTo>
                    <a:pt x="50004" y="50004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6" name="Freeform 882">
              <a:extLst>
                <a:ext uri="{FF2B5EF4-FFF2-40B4-BE49-F238E27FC236}">
                  <a16:creationId xmlns:a16="http://schemas.microsoft.com/office/drawing/2014/main" id="{7DB28536-63A3-E3E8-4642-1BA5E80AD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377" y="3690938"/>
              <a:ext cx="1117600" cy="1117600"/>
            </a:xfrm>
            <a:custGeom>
              <a:avLst/>
              <a:gdLst>
                <a:gd name="T0" fmla="*/ 0 w 33788"/>
                <a:gd name="T1" fmla="*/ 0 h 33787"/>
                <a:gd name="T2" fmla="*/ 33788 w 33788"/>
                <a:gd name="T3" fmla="*/ 33787 h 33787"/>
                <a:gd name="T4" fmla="*/ 36 w 33788"/>
                <a:gd name="T5" fmla="*/ 33751 h 33787"/>
                <a:gd name="T6" fmla="*/ 0 w 33788"/>
                <a:gd name="T7" fmla="*/ 0 h 33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788" h="33787">
                  <a:moveTo>
                    <a:pt x="0" y="0"/>
                  </a:moveTo>
                  <a:lnTo>
                    <a:pt x="33788" y="33787"/>
                  </a:lnTo>
                  <a:lnTo>
                    <a:pt x="36" y="33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7" name="Freeform 883">
              <a:extLst>
                <a:ext uri="{FF2B5EF4-FFF2-40B4-BE49-F238E27FC236}">
                  <a16:creationId xmlns:a16="http://schemas.microsoft.com/office/drawing/2014/main" id="{CFD8116B-5277-543A-8C47-14BFB030A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390" y="3656013"/>
              <a:ext cx="935038" cy="652463"/>
            </a:xfrm>
            <a:custGeom>
              <a:avLst/>
              <a:gdLst>
                <a:gd name="T0" fmla="*/ 0 w 28281"/>
                <a:gd name="T1" fmla="*/ 5276 h 19728"/>
                <a:gd name="T2" fmla="*/ 0 w 28281"/>
                <a:gd name="T3" fmla="*/ 5276 h 19728"/>
                <a:gd name="T4" fmla="*/ 19104 w 28281"/>
                <a:gd name="T5" fmla="*/ 5276 h 19728"/>
                <a:gd name="T6" fmla="*/ 28281 w 28281"/>
                <a:gd name="T7" fmla="*/ 14453 h 19728"/>
                <a:gd name="T8" fmla="*/ 28281 w 28281"/>
                <a:gd name="T9" fmla="*/ 14453 h 19728"/>
                <a:gd name="T10" fmla="*/ 9177 w 28281"/>
                <a:gd name="T11" fmla="*/ 14453 h 19728"/>
                <a:gd name="T12" fmla="*/ 0 w 28281"/>
                <a:gd name="T13" fmla="*/ 5276 h 19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8">
                  <a:moveTo>
                    <a:pt x="0" y="5276"/>
                  </a:moveTo>
                  <a:lnTo>
                    <a:pt x="0" y="5276"/>
                  </a:lnTo>
                  <a:cubicBezTo>
                    <a:pt x="5276" y="0"/>
                    <a:pt x="13829" y="0"/>
                    <a:pt x="19104" y="5276"/>
                  </a:cubicBezTo>
                  <a:lnTo>
                    <a:pt x="28281" y="14453"/>
                  </a:lnTo>
                  <a:lnTo>
                    <a:pt x="28281" y="14453"/>
                  </a:lnTo>
                  <a:cubicBezTo>
                    <a:pt x="23006" y="19728"/>
                    <a:pt x="14453" y="19728"/>
                    <a:pt x="9177" y="14453"/>
                  </a:cubicBezTo>
                  <a:lnTo>
                    <a:pt x="0" y="527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8" name="Freeform 884">
              <a:extLst>
                <a:ext uri="{FF2B5EF4-FFF2-40B4-BE49-F238E27FC236}">
                  <a16:creationId xmlns:a16="http://schemas.microsoft.com/office/drawing/2014/main" id="{0D1E18A9-F22F-A830-C7D2-11C32912C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240" y="3967163"/>
              <a:ext cx="935038" cy="652463"/>
            </a:xfrm>
            <a:custGeom>
              <a:avLst/>
              <a:gdLst>
                <a:gd name="T0" fmla="*/ 0 w 28281"/>
                <a:gd name="T1" fmla="*/ 5275 h 19727"/>
                <a:gd name="T2" fmla="*/ 0 w 28281"/>
                <a:gd name="T3" fmla="*/ 5275 h 19727"/>
                <a:gd name="T4" fmla="*/ 19104 w 28281"/>
                <a:gd name="T5" fmla="*/ 5275 h 19727"/>
                <a:gd name="T6" fmla="*/ 28281 w 28281"/>
                <a:gd name="T7" fmla="*/ 14452 h 19727"/>
                <a:gd name="T8" fmla="*/ 28281 w 28281"/>
                <a:gd name="T9" fmla="*/ 14452 h 19727"/>
                <a:gd name="T10" fmla="*/ 9177 w 28281"/>
                <a:gd name="T11" fmla="*/ 14452 h 19727"/>
                <a:gd name="T12" fmla="*/ 0 w 28281"/>
                <a:gd name="T13" fmla="*/ 5275 h 19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281" h="19727">
                  <a:moveTo>
                    <a:pt x="0" y="5275"/>
                  </a:moveTo>
                  <a:lnTo>
                    <a:pt x="0" y="5275"/>
                  </a:lnTo>
                  <a:cubicBezTo>
                    <a:pt x="5275" y="0"/>
                    <a:pt x="13828" y="0"/>
                    <a:pt x="19104" y="5275"/>
                  </a:cubicBezTo>
                  <a:lnTo>
                    <a:pt x="28281" y="14452"/>
                  </a:lnTo>
                  <a:lnTo>
                    <a:pt x="28281" y="14452"/>
                  </a:lnTo>
                  <a:cubicBezTo>
                    <a:pt x="23005" y="19727"/>
                    <a:pt x="14452" y="19727"/>
                    <a:pt x="9177" y="14452"/>
                  </a:cubicBezTo>
                  <a:lnTo>
                    <a:pt x="0" y="527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09" name="Freeform 885">
              <a:extLst>
                <a:ext uri="{FF2B5EF4-FFF2-40B4-BE49-F238E27FC236}">
                  <a16:creationId xmlns:a16="http://schemas.microsoft.com/office/drawing/2014/main" id="{BA1B5432-1E1D-A92E-1F8F-505050640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827" y="3976688"/>
              <a:ext cx="401638" cy="401638"/>
            </a:xfrm>
            <a:custGeom>
              <a:avLst/>
              <a:gdLst>
                <a:gd name="T0" fmla="*/ 2647 w 12133"/>
                <a:gd name="T1" fmla="*/ 9486 h 12133"/>
                <a:gd name="T2" fmla="*/ 12133 w 12133"/>
                <a:gd name="T3" fmla="*/ 9597 h 12133"/>
                <a:gd name="T4" fmla="*/ 2536 w 12133"/>
                <a:gd name="T5" fmla="*/ 0 h 12133"/>
                <a:gd name="T6" fmla="*/ 2647 w 12133"/>
                <a:gd name="T7" fmla="*/ 9486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2647" y="9486"/>
                  </a:moveTo>
                  <a:cubicBezTo>
                    <a:pt x="5261" y="12100"/>
                    <a:pt x="9471" y="12133"/>
                    <a:pt x="12133" y="9597"/>
                  </a:cubicBezTo>
                  <a:lnTo>
                    <a:pt x="2536" y="0"/>
                  </a:lnTo>
                  <a:cubicBezTo>
                    <a:pt x="0" y="2662"/>
                    <a:pt x="33" y="6872"/>
                    <a:pt x="2647" y="9486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10" name="Freeform 886">
              <a:extLst>
                <a:ext uri="{FF2B5EF4-FFF2-40B4-BE49-F238E27FC236}">
                  <a16:creationId xmlns:a16="http://schemas.microsoft.com/office/drawing/2014/main" id="{DD44F8FC-B3DB-C153-2C7E-271A1570A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377" y="3895725"/>
              <a:ext cx="401638" cy="401638"/>
            </a:xfrm>
            <a:custGeom>
              <a:avLst/>
              <a:gdLst>
                <a:gd name="T0" fmla="*/ 9486 w 12133"/>
                <a:gd name="T1" fmla="*/ 2647 h 12133"/>
                <a:gd name="T2" fmla="*/ 0 w 12133"/>
                <a:gd name="T3" fmla="*/ 2536 h 12133"/>
                <a:gd name="T4" fmla="*/ 9597 w 12133"/>
                <a:gd name="T5" fmla="*/ 12133 h 12133"/>
                <a:gd name="T6" fmla="*/ 9486 w 12133"/>
                <a:gd name="T7" fmla="*/ 2647 h 12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133" h="12133">
                  <a:moveTo>
                    <a:pt x="9486" y="2647"/>
                  </a:moveTo>
                  <a:cubicBezTo>
                    <a:pt x="6872" y="33"/>
                    <a:pt x="2662" y="0"/>
                    <a:pt x="0" y="2536"/>
                  </a:cubicBezTo>
                  <a:lnTo>
                    <a:pt x="9597" y="12133"/>
                  </a:lnTo>
                  <a:cubicBezTo>
                    <a:pt x="12133" y="9471"/>
                    <a:pt x="12100" y="5261"/>
                    <a:pt x="9486" y="264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77" name="Google Shape;77;p1"/>
          <p:cNvSpPr txBox="1">
            <a:spLocks noGrp="1"/>
          </p:cNvSpPr>
          <p:nvPr>
            <p:ph type="ctrTitle"/>
          </p:nvPr>
        </p:nvSpPr>
        <p:spPr>
          <a:xfrm>
            <a:off x="463833" y="1691873"/>
            <a:ext cx="8216075" cy="1016649"/>
          </a:xfrm>
        </p:spPr>
        <p:txBody>
          <a:bodyPr/>
          <a:lstStyle/>
          <a:p>
            <a:pPr lvl="0"/>
            <a:r>
              <a:rPr lang="ru-RU" sz="1600" b="0" dirty="0">
                <a:latin typeface="+mj-lt"/>
              </a:rPr>
              <a:t>ОТЧЁТ</a:t>
            </a:r>
            <a:br>
              <a:rPr lang="ru-RU" sz="1600" b="0" dirty="0">
                <a:latin typeface="+mj-lt"/>
              </a:rPr>
            </a:br>
            <a:r>
              <a:rPr lang="ru-RU" sz="1600" b="0" dirty="0">
                <a:latin typeface="+mj-lt"/>
              </a:rPr>
              <a:t>ПО ПРАКТИЧЕСКОЙ ПОДГОТОВКЕ В ВИДЕ УЧЕБНОЙ ПРАКТИКИ</a:t>
            </a:r>
            <a:br>
              <a:rPr lang="en-US" sz="1600" b="0" dirty="0">
                <a:latin typeface="+mj-lt"/>
              </a:rPr>
            </a:br>
            <a:r>
              <a:rPr lang="ru-RU" sz="1600" b="0" dirty="0">
                <a:latin typeface="+mj-lt"/>
              </a:rPr>
              <a:t>ПРОФЕССИОНАЛЬНОГО МОДУЛЯ </a:t>
            </a:r>
            <a:br>
              <a:rPr lang="ru-RU" sz="1600" b="0" dirty="0">
                <a:latin typeface="+mj-lt"/>
              </a:rPr>
            </a:br>
            <a:r>
              <a:rPr lang="ru-RU" sz="1600" b="0" dirty="0">
                <a:latin typeface="+mj-lt"/>
              </a:rPr>
              <a:t>(ПМ.02) Осуществление интеграции программных модулей</a:t>
            </a:r>
            <a:endParaRPr lang="en-US" sz="1600" b="0" dirty="0"/>
          </a:p>
        </p:txBody>
      </p:sp>
      <p:sp>
        <p:nvSpPr>
          <p:cNvPr id="78" name="Google Shape;78;p1"/>
          <p:cNvSpPr txBox="1">
            <a:spLocks noGrp="1"/>
          </p:cNvSpPr>
          <p:nvPr>
            <p:ph type="subTitle" idx="1"/>
          </p:nvPr>
        </p:nvSpPr>
        <p:spPr>
          <a:xfrm>
            <a:off x="874868" y="10779"/>
            <a:ext cx="6858000" cy="351388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latin typeface="Arial" pitchFamily="34" charset="0"/>
                <a:cs typeface="Arial" pitchFamily="34" charset="0"/>
              </a:rPr>
              <a:t>Министерство образования Иркутской области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latin typeface="Arial" pitchFamily="34" charset="0"/>
                <a:cs typeface="Arial" pitchFamily="34" charset="0"/>
              </a:rPr>
              <a:t>Государственное бюджетное профессиональное образовательное учреждение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latin typeface="Arial" pitchFamily="34" charset="0"/>
                <a:cs typeface="Arial" pitchFamily="34" charset="0"/>
              </a:rPr>
              <a:t>Иркутской области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200" dirty="0">
                <a:latin typeface="Arial" pitchFamily="34" charset="0"/>
                <a:cs typeface="Arial" pitchFamily="34" charset="0"/>
              </a:rPr>
              <a:t>«Ангарский промышленно-экономический техникум»</a:t>
            </a:r>
          </a:p>
        </p:txBody>
      </p:sp>
      <p:grpSp>
        <p:nvGrpSpPr>
          <p:cNvPr id="836" name="Group 835">
            <a:extLst>
              <a:ext uri="{FF2B5EF4-FFF2-40B4-BE49-F238E27FC236}">
                <a16:creationId xmlns:a16="http://schemas.microsoft.com/office/drawing/2014/main" id="{31AC16FC-AEF4-7332-4245-2AD669A3C5D4}"/>
              </a:ext>
            </a:extLst>
          </p:cNvPr>
          <p:cNvGrpSpPr/>
          <p:nvPr/>
        </p:nvGrpSpPr>
        <p:grpSpPr>
          <a:xfrm>
            <a:off x="7299731" y="-188874"/>
            <a:ext cx="2300556" cy="2575530"/>
            <a:chOff x="3238240" y="323850"/>
            <a:chExt cx="1739901" cy="1947863"/>
          </a:xfrm>
        </p:grpSpPr>
        <p:sp>
          <p:nvSpPr>
            <p:cNvPr id="837" name="Freeform 352">
              <a:extLst>
                <a:ext uri="{FF2B5EF4-FFF2-40B4-BE49-F238E27FC236}">
                  <a16:creationId xmlns:a16="http://schemas.microsoft.com/office/drawing/2014/main" id="{4031C319-4D43-65E7-D8A3-763518BDF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8240" y="323850"/>
              <a:ext cx="1654175" cy="1947863"/>
            </a:xfrm>
            <a:custGeom>
              <a:avLst/>
              <a:gdLst>
                <a:gd name="T0" fmla="*/ 50016 w 50016"/>
                <a:gd name="T1" fmla="*/ 49881 h 58876"/>
                <a:gd name="T2" fmla="*/ 135 w 50016"/>
                <a:gd name="T3" fmla="*/ 0 h 58876"/>
                <a:gd name="T4" fmla="*/ 0 w 50016"/>
                <a:gd name="T5" fmla="*/ 29959 h 58876"/>
                <a:gd name="T6" fmla="*/ 26668 w 50016"/>
                <a:gd name="T7" fmla="*/ 56627 h 58876"/>
                <a:gd name="T8" fmla="*/ 32096 w 50016"/>
                <a:gd name="T9" fmla="*/ 58876 h 58876"/>
                <a:gd name="T10" fmla="*/ 49927 w 50016"/>
                <a:gd name="T11" fmla="*/ 58876 h 58876"/>
                <a:gd name="T12" fmla="*/ 50016 w 50016"/>
                <a:gd name="T13" fmla="*/ 49881 h 588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016" h="58876">
                  <a:moveTo>
                    <a:pt x="50016" y="49881"/>
                  </a:moveTo>
                  <a:lnTo>
                    <a:pt x="135" y="0"/>
                  </a:lnTo>
                  <a:lnTo>
                    <a:pt x="0" y="29959"/>
                  </a:lnTo>
                  <a:lnTo>
                    <a:pt x="26668" y="56627"/>
                  </a:lnTo>
                  <a:cubicBezTo>
                    <a:pt x="28107" y="58067"/>
                    <a:pt x="30060" y="58876"/>
                    <a:pt x="32096" y="58876"/>
                  </a:cubicBezTo>
                  <a:lnTo>
                    <a:pt x="49927" y="58876"/>
                  </a:lnTo>
                  <a:lnTo>
                    <a:pt x="50016" y="49881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8" name="Freeform 353">
              <a:extLst>
                <a:ext uri="{FF2B5EF4-FFF2-40B4-BE49-F238E27FC236}">
                  <a16:creationId xmlns:a16="http://schemas.microsoft.com/office/drawing/2014/main" id="{7B18F7C8-35B0-1E49-78B2-44873FFA0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753" y="947738"/>
              <a:ext cx="941388" cy="657225"/>
            </a:xfrm>
            <a:custGeom>
              <a:avLst/>
              <a:gdLst>
                <a:gd name="T0" fmla="*/ 0 w 28452"/>
                <a:gd name="T1" fmla="*/ 5307 h 19847"/>
                <a:gd name="T2" fmla="*/ 0 w 28452"/>
                <a:gd name="T3" fmla="*/ 5307 h 19847"/>
                <a:gd name="T4" fmla="*/ 19219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2 w 28452"/>
                <a:gd name="T11" fmla="*/ 14540 h 19847"/>
                <a:gd name="T12" fmla="*/ 0 w 28452"/>
                <a:gd name="T13" fmla="*/ 5307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7"/>
                  </a:moveTo>
                  <a:lnTo>
                    <a:pt x="0" y="5307"/>
                  </a:lnTo>
                  <a:cubicBezTo>
                    <a:pt x="5307" y="0"/>
                    <a:pt x="13912" y="0"/>
                    <a:pt x="19219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4" y="19847"/>
                    <a:pt x="14540" y="19847"/>
                    <a:pt x="9232" y="14540"/>
                  </a:cubicBezTo>
                  <a:lnTo>
                    <a:pt x="0" y="5307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39" name="Freeform 354">
              <a:extLst>
                <a:ext uri="{FF2B5EF4-FFF2-40B4-BE49-F238E27FC236}">
                  <a16:creationId xmlns:a16="http://schemas.microsoft.com/office/drawing/2014/main" id="{F229DF5C-6D03-645C-D7B5-C5BC18DCC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015" y="1260475"/>
              <a:ext cx="941388" cy="657225"/>
            </a:xfrm>
            <a:custGeom>
              <a:avLst/>
              <a:gdLst>
                <a:gd name="T0" fmla="*/ 0 w 28452"/>
                <a:gd name="T1" fmla="*/ 5308 h 19847"/>
                <a:gd name="T2" fmla="*/ 0 w 28452"/>
                <a:gd name="T3" fmla="*/ 5308 h 19847"/>
                <a:gd name="T4" fmla="*/ 19220 w 28452"/>
                <a:gd name="T5" fmla="*/ 5307 h 19847"/>
                <a:gd name="T6" fmla="*/ 28452 w 28452"/>
                <a:gd name="T7" fmla="*/ 14540 h 19847"/>
                <a:gd name="T8" fmla="*/ 28452 w 28452"/>
                <a:gd name="T9" fmla="*/ 14540 h 19847"/>
                <a:gd name="T10" fmla="*/ 9233 w 28452"/>
                <a:gd name="T11" fmla="*/ 14540 h 19847"/>
                <a:gd name="T12" fmla="*/ 0 w 28452"/>
                <a:gd name="T13" fmla="*/ 5308 h 198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452" h="19847">
                  <a:moveTo>
                    <a:pt x="0" y="5308"/>
                  </a:moveTo>
                  <a:lnTo>
                    <a:pt x="0" y="5308"/>
                  </a:lnTo>
                  <a:cubicBezTo>
                    <a:pt x="5308" y="0"/>
                    <a:pt x="13912" y="0"/>
                    <a:pt x="19220" y="5307"/>
                  </a:cubicBezTo>
                  <a:lnTo>
                    <a:pt x="28452" y="14540"/>
                  </a:lnTo>
                  <a:lnTo>
                    <a:pt x="28452" y="14540"/>
                  </a:lnTo>
                  <a:cubicBezTo>
                    <a:pt x="23145" y="19847"/>
                    <a:pt x="14540" y="19847"/>
                    <a:pt x="9233" y="14540"/>
                  </a:cubicBezTo>
                  <a:lnTo>
                    <a:pt x="0" y="5308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0" name="Freeform 355">
              <a:extLst>
                <a:ext uri="{FF2B5EF4-FFF2-40B4-BE49-F238E27FC236}">
                  <a16:creationId xmlns:a16="http://schemas.microsoft.com/office/drawing/2014/main" id="{236F2C65-6F09-5015-1950-297B8231F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778" y="1271588"/>
              <a:ext cx="403225" cy="403225"/>
            </a:xfrm>
            <a:custGeom>
              <a:avLst/>
              <a:gdLst>
                <a:gd name="T0" fmla="*/ 2664 w 12207"/>
                <a:gd name="T1" fmla="*/ 9543 h 12207"/>
                <a:gd name="T2" fmla="*/ 12207 w 12207"/>
                <a:gd name="T3" fmla="*/ 9655 h 12207"/>
                <a:gd name="T4" fmla="*/ 2552 w 12207"/>
                <a:gd name="T5" fmla="*/ 0 h 12207"/>
                <a:gd name="T6" fmla="*/ 2664 w 12207"/>
                <a:gd name="T7" fmla="*/ 9543 h 1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7" h="12207">
                  <a:moveTo>
                    <a:pt x="2664" y="9543"/>
                  </a:moveTo>
                  <a:cubicBezTo>
                    <a:pt x="5293" y="12173"/>
                    <a:pt x="9529" y="12207"/>
                    <a:pt x="12207" y="9655"/>
                  </a:cubicBezTo>
                  <a:lnTo>
                    <a:pt x="2552" y="0"/>
                  </a:lnTo>
                  <a:cubicBezTo>
                    <a:pt x="0" y="2678"/>
                    <a:pt x="34" y="6914"/>
                    <a:pt x="2664" y="9543"/>
                  </a:cubicBez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41" name="Freeform 356">
              <a:extLst>
                <a:ext uri="{FF2B5EF4-FFF2-40B4-BE49-F238E27FC236}">
                  <a16:creationId xmlns:a16="http://schemas.microsoft.com/office/drawing/2014/main" id="{D5E04068-30CE-603B-B5E1-EAC88BC61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2328" y="1189038"/>
              <a:ext cx="403225" cy="403225"/>
            </a:xfrm>
            <a:custGeom>
              <a:avLst/>
              <a:gdLst>
                <a:gd name="T0" fmla="*/ 9543 w 12206"/>
                <a:gd name="T1" fmla="*/ 2663 h 12206"/>
                <a:gd name="T2" fmla="*/ 0 w 12206"/>
                <a:gd name="T3" fmla="*/ 2551 h 12206"/>
                <a:gd name="T4" fmla="*/ 9655 w 12206"/>
                <a:gd name="T5" fmla="*/ 12206 h 12206"/>
                <a:gd name="T6" fmla="*/ 9543 w 12206"/>
                <a:gd name="T7" fmla="*/ 2663 h 12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06" h="12206">
                  <a:moveTo>
                    <a:pt x="9543" y="2663"/>
                  </a:moveTo>
                  <a:cubicBezTo>
                    <a:pt x="6913" y="34"/>
                    <a:pt x="2677" y="0"/>
                    <a:pt x="0" y="2551"/>
                  </a:cubicBezTo>
                  <a:lnTo>
                    <a:pt x="9655" y="12206"/>
                  </a:lnTo>
                  <a:cubicBezTo>
                    <a:pt x="12206" y="9529"/>
                    <a:pt x="12172" y="5293"/>
                    <a:pt x="9543" y="266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111" name="Freeform 352">
            <a:extLst>
              <a:ext uri="{FF2B5EF4-FFF2-40B4-BE49-F238E27FC236}">
                <a16:creationId xmlns:a16="http://schemas.microsoft.com/office/drawing/2014/main" id="{6A9237F8-3C83-B10A-D1CB-548385BDCF4B}"/>
              </a:ext>
            </a:extLst>
          </p:cNvPr>
          <p:cNvSpPr>
            <a:spLocks/>
          </p:cNvSpPr>
          <p:nvPr/>
        </p:nvSpPr>
        <p:spPr bwMode="auto">
          <a:xfrm>
            <a:off x="7505439" y="-2014745"/>
            <a:ext cx="2187206" cy="2575530"/>
          </a:xfrm>
          <a:custGeom>
            <a:avLst/>
            <a:gdLst>
              <a:gd name="T0" fmla="*/ 50016 w 50016"/>
              <a:gd name="T1" fmla="*/ 49881 h 58876"/>
              <a:gd name="T2" fmla="*/ 135 w 50016"/>
              <a:gd name="T3" fmla="*/ 0 h 58876"/>
              <a:gd name="T4" fmla="*/ 0 w 50016"/>
              <a:gd name="T5" fmla="*/ 29959 h 58876"/>
              <a:gd name="T6" fmla="*/ 26668 w 50016"/>
              <a:gd name="T7" fmla="*/ 56627 h 58876"/>
              <a:gd name="T8" fmla="*/ 32096 w 50016"/>
              <a:gd name="T9" fmla="*/ 58876 h 58876"/>
              <a:gd name="T10" fmla="*/ 49927 w 50016"/>
              <a:gd name="T11" fmla="*/ 58876 h 58876"/>
              <a:gd name="T12" fmla="*/ 50016 w 50016"/>
              <a:gd name="T13" fmla="*/ 49881 h 588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0016" h="58876">
                <a:moveTo>
                  <a:pt x="50016" y="49881"/>
                </a:moveTo>
                <a:lnTo>
                  <a:pt x="135" y="0"/>
                </a:lnTo>
                <a:lnTo>
                  <a:pt x="0" y="29959"/>
                </a:lnTo>
                <a:lnTo>
                  <a:pt x="26668" y="56627"/>
                </a:lnTo>
                <a:cubicBezTo>
                  <a:pt x="28107" y="58067"/>
                  <a:pt x="30060" y="58876"/>
                  <a:pt x="32096" y="58876"/>
                </a:cubicBezTo>
                <a:lnTo>
                  <a:pt x="49927" y="58876"/>
                </a:lnTo>
                <a:lnTo>
                  <a:pt x="50016" y="49881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223BD8-C5FD-44AE-ADEA-E180830D5F2B}"/>
              </a:ext>
            </a:extLst>
          </p:cNvPr>
          <p:cNvSpPr txBox="1"/>
          <p:nvPr/>
        </p:nvSpPr>
        <p:spPr>
          <a:xfrm>
            <a:off x="2178753" y="3947805"/>
            <a:ext cx="50738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/>
            <a:r>
              <a:rPr lang="ru-RU" sz="1400" dirty="0">
                <a:latin typeface="+mj-lt"/>
              </a:rPr>
              <a:t>Специальность:</a:t>
            </a:r>
            <a:r>
              <a:rPr lang="en-US" sz="1400" dirty="0">
                <a:latin typeface="+mj-lt"/>
              </a:rPr>
              <a:t> </a:t>
            </a:r>
            <a:r>
              <a:rPr lang="ru-RU" sz="1400" dirty="0">
                <a:latin typeface="+mj-lt"/>
              </a:rPr>
              <a:t>09.02.07 Информационные системы и программирование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Выполнил студент группы ИСПП-6:</a:t>
            </a:r>
            <a:r>
              <a:rPr lang="en-US" sz="1400" dirty="0">
                <a:latin typeface="+mj-lt"/>
              </a:rPr>
              <a:t> </a:t>
            </a:r>
            <a:r>
              <a:rPr lang="ru-RU" sz="1400" dirty="0">
                <a:latin typeface="+mj-lt"/>
              </a:rPr>
              <a:t>Андреев Матвей Максимович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Руководитель: Туркина Надежда Михайловна</a:t>
            </a:r>
          </a:p>
        </p:txBody>
      </p:sp>
    </p:spTree>
    <p:extLst>
      <p:ext uri="{BB962C8B-B14F-4D97-AF65-F5344CB8AC3E}">
        <p14:creationId xmlns:p14="http://schemas.microsoft.com/office/powerpoint/2010/main" val="146692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legant Workplan by Slidesgo">
  <a:themeElements>
    <a:clrScheme name="Elegant Workplan by Slidesgo">
      <a:dk1>
        <a:srgbClr val="1C343C"/>
      </a:dk1>
      <a:lt1>
        <a:srgbClr val="F0EBE4"/>
      </a:lt1>
      <a:dk2>
        <a:srgbClr val="4C6A78"/>
      </a:dk2>
      <a:lt2>
        <a:srgbClr val="A7B3B2"/>
      </a:lt2>
      <a:accent1>
        <a:srgbClr val="E0B4A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399</Words>
  <Application>Microsoft Office PowerPoint</Application>
  <PresentationFormat>Экран (16:9)</PresentationFormat>
  <Paragraphs>34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Poppins ExtraBold</vt:lpstr>
      <vt:lpstr>Calibri</vt:lpstr>
      <vt:lpstr>Bebas Neue</vt:lpstr>
      <vt:lpstr>Arimo</vt:lpstr>
      <vt:lpstr>Arial</vt:lpstr>
      <vt:lpstr>Anaheim</vt:lpstr>
      <vt:lpstr>Elegant Workplan by Slidesgo</vt:lpstr>
      <vt:lpstr>ОТЧЁТ ПО ПРАКТИЧЕСКОЙ ПОДГОТОВКЕ В ВИДЕ УЧЕБНОЙ ПРАКТИКИ ПРОФЕССИОНАЛЬНОГО МОДУЛЯ  (ПМ.02) Осуществление интеграции программных модулей</vt:lpstr>
      <vt:lpstr>Презентация PowerPoint</vt:lpstr>
      <vt:lpstr>Анализ предметной области</vt:lpstr>
      <vt:lpstr>Проектирование ИС</vt:lpstr>
      <vt:lpstr>Стек технологий</vt:lpstr>
      <vt:lpstr>Окончательный продукт</vt:lpstr>
      <vt:lpstr>Окончательный продукт</vt:lpstr>
      <vt:lpstr>МОДЕЛИРОВАНИЕ В ПРОГРАММНЫХ СИСТЕМАХ</vt:lpstr>
      <vt:lpstr>МОДЕЛИРОВАНИЕ В ПРОГРАММНЫХ СИСТЕМАХ</vt:lpstr>
      <vt:lpstr>Заключение</vt:lpstr>
      <vt:lpstr>ОТЧЁТ ПО ПРАКТИЧЕСКОЙ ПОДГОТОВКЕ В ВИДЕ УЧЕБНОЙ ПРАКТИКИ ПРОФЕССИОНАЛЬНОГО МОДУЛЯ  (ПМ.02) Осуществление интеграции программных модулей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WORLD!</dc:title>
  <dc:creator>Ruben Martin Sanchez</dc:creator>
  <cp:lastModifiedBy>Матвей Андреев</cp:lastModifiedBy>
  <cp:revision>32</cp:revision>
  <dcterms:created xsi:type="dcterms:W3CDTF">2021-10-12T08:06:43Z</dcterms:created>
  <dcterms:modified xsi:type="dcterms:W3CDTF">2026-03-19T17:32:12Z</dcterms:modified>
</cp:coreProperties>
</file>